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96C8DE-9506-46E9-9952-C0BAB9E7D6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bg-BG"/>
        </a:p>
      </dgm:t>
    </dgm:pt>
    <dgm:pt modelId="{8109FBE5-45D5-4ED0-A124-DE3F157D9710}">
      <dgm:prSet/>
      <dgm:spPr/>
      <dgm:t>
        <a:bodyPr/>
        <a:lstStyle/>
        <a:p>
          <a:r>
            <a:rPr lang="bg-BG" b="1" dirty="0"/>
            <a:t>ЧАСТ 1: Основи на невронните мрежи</a:t>
          </a:r>
          <a:endParaRPr lang="bg-BG" dirty="0"/>
        </a:p>
      </dgm:t>
    </dgm:pt>
    <dgm:pt modelId="{FCBB1E33-2263-4AB9-A472-8ED588A24FC7}" type="parTrans" cxnId="{DF263F96-B17B-43C4-A42B-2474ED10A996}">
      <dgm:prSet/>
      <dgm:spPr/>
      <dgm:t>
        <a:bodyPr/>
        <a:lstStyle/>
        <a:p>
          <a:endParaRPr lang="bg-BG"/>
        </a:p>
      </dgm:t>
    </dgm:pt>
    <dgm:pt modelId="{FF85A1A7-9A6A-4737-B4D5-4CE0CE43F657}" type="sibTrans" cxnId="{DF263F96-B17B-43C4-A42B-2474ED10A996}">
      <dgm:prSet/>
      <dgm:spPr/>
      <dgm:t>
        <a:bodyPr/>
        <a:lstStyle/>
        <a:p>
          <a:endParaRPr lang="bg-BG"/>
        </a:p>
      </dgm:t>
    </dgm:pt>
    <dgm:pt modelId="{9C376C8B-8DDB-4DAD-B604-DCC215E57786}">
      <dgm:prSet/>
      <dgm:spPr/>
      <dgm:t>
        <a:bodyPr/>
        <a:lstStyle/>
        <a:p>
          <a:r>
            <a:rPr lang="bg-BG" b="1"/>
            <a:t>ЧАСТ 2: РАЗШИРЕНИ АРХИТЕКТУРИ</a:t>
          </a:r>
          <a:endParaRPr lang="bg-BG"/>
        </a:p>
      </dgm:t>
    </dgm:pt>
    <dgm:pt modelId="{2BBB3DD9-C58A-451D-81A0-BA4FDFCD8C44}" type="parTrans" cxnId="{1B0DF700-E6EC-4A4F-B98E-A033FC1CA3F4}">
      <dgm:prSet/>
      <dgm:spPr/>
      <dgm:t>
        <a:bodyPr/>
        <a:lstStyle/>
        <a:p>
          <a:endParaRPr lang="bg-BG"/>
        </a:p>
      </dgm:t>
    </dgm:pt>
    <dgm:pt modelId="{E1551FFB-EE00-4D18-ADE5-282055EC96F7}" type="sibTrans" cxnId="{1B0DF700-E6EC-4A4F-B98E-A033FC1CA3F4}">
      <dgm:prSet/>
      <dgm:spPr/>
      <dgm:t>
        <a:bodyPr/>
        <a:lstStyle/>
        <a:p>
          <a:endParaRPr lang="bg-BG"/>
        </a:p>
      </dgm:t>
    </dgm:pt>
    <dgm:pt modelId="{ABA6BAF3-A137-47C0-8F23-AD7FC6861241}">
      <dgm:prSet/>
      <dgm:spPr/>
      <dgm:t>
        <a:bodyPr/>
        <a:lstStyle/>
        <a:p>
          <a:r>
            <a:rPr lang="ru-RU" b="1"/>
            <a:t>ЧАСТ 3: АВТОНОМНИ И ХИБРИДНИ СИСТЕМИ (Съвременни парадигми)</a:t>
          </a:r>
          <a:endParaRPr lang="bg-BG"/>
        </a:p>
      </dgm:t>
    </dgm:pt>
    <dgm:pt modelId="{7C16CB6F-564B-4A2E-A970-849CFDB5CF04}" type="parTrans" cxnId="{547C951B-59B3-473A-9B79-5CBC3DBA09E6}">
      <dgm:prSet/>
      <dgm:spPr/>
      <dgm:t>
        <a:bodyPr/>
        <a:lstStyle/>
        <a:p>
          <a:endParaRPr lang="bg-BG"/>
        </a:p>
      </dgm:t>
    </dgm:pt>
    <dgm:pt modelId="{9BC29A45-9D1D-4949-AF61-CB273A1F961D}" type="sibTrans" cxnId="{547C951B-59B3-473A-9B79-5CBC3DBA09E6}">
      <dgm:prSet/>
      <dgm:spPr/>
      <dgm:t>
        <a:bodyPr/>
        <a:lstStyle/>
        <a:p>
          <a:endParaRPr lang="bg-BG"/>
        </a:p>
      </dgm:t>
    </dgm:pt>
    <dgm:pt modelId="{2906CFC6-B747-4054-8BC8-7FDDFD9662F8}">
      <dgm:prSet/>
      <dgm:spPr/>
      <dgm:t>
        <a:bodyPr/>
        <a:lstStyle/>
        <a:p>
          <a:r>
            <a:rPr lang="ru-RU" b="1"/>
            <a:t>ЧАСТ 4: МАЩАБИРАНЕ И ПРИЛОЖЕНИЯ</a:t>
          </a:r>
          <a:endParaRPr lang="bg-BG"/>
        </a:p>
      </dgm:t>
    </dgm:pt>
    <dgm:pt modelId="{4C7FE287-E995-4D65-BAC1-0673ED3921BC}" type="parTrans" cxnId="{F7FD484C-93D7-47E3-89ED-6CFEC9007EE9}">
      <dgm:prSet/>
      <dgm:spPr/>
      <dgm:t>
        <a:bodyPr/>
        <a:lstStyle/>
        <a:p>
          <a:endParaRPr lang="bg-BG"/>
        </a:p>
      </dgm:t>
    </dgm:pt>
    <dgm:pt modelId="{AE0BD393-6267-4904-AB69-DDD00E7DF80E}" type="sibTrans" cxnId="{F7FD484C-93D7-47E3-89ED-6CFEC9007EE9}">
      <dgm:prSet/>
      <dgm:spPr/>
      <dgm:t>
        <a:bodyPr/>
        <a:lstStyle/>
        <a:p>
          <a:endParaRPr lang="bg-BG"/>
        </a:p>
      </dgm:t>
    </dgm:pt>
    <dgm:pt modelId="{E1C6C5CC-B2F2-4A94-B1B8-94866DDC7B83}" type="pres">
      <dgm:prSet presAssocID="{6996C8DE-9506-46E9-9952-C0BAB9E7D636}" presName="linear" presStyleCnt="0">
        <dgm:presLayoutVars>
          <dgm:animLvl val="lvl"/>
          <dgm:resizeHandles val="exact"/>
        </dgm:presLayoutVars>
      </dgm:prSet>
      <dgm:spPr/>
    </dgm:pt>
    <dgm:pt modelId="{9C681398-6210-452E-93F8-6BC1D826CCC4}" type="pres">
      <dgm:prSet presAssocID="{8109FBE5-45D5-4ED0-A124-DE3F157D97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530396-BB2A-4E2D-859C-F1C22E286619}" type="pres">
      <dgm:prSet presAssocID="{FF85A1A7-9A6A-4737-B4D5-4CE0CE43F657}" presName="spacer" presStyleCnt="0"/>
      <dgm:spPr/>
    </dgm:pt>
    <dgm:pt modelId="{17BCEAE0-0420-4B18-AF31-DD2DE86DED98}" type="pres">
      <dgm:prSet presAssocID="{9C376C8B-8DDB-4DAD-B604-DCC215E577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F72C9FF-8C2A-4600-A17F-DDAF825507B8}" type="pres">
      <dgm:prSet presAssocID="{E1551FFB-EE00-4D18-ADE5-282055EC96F7}" presName="spacer" presStyleCnt="0"/>
      <dgm:spPr/>
    </dgm:pt>
    <dgm:pt modelId="{0AF3CF11-DBA4-4D52-9808-63FA4E77C5C4}" type="pres">
      <dgm:prSet presAssocID="{ABA6BAF3-A137-47C0-8F23-AD7FC686124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49E206-3236-4CFD-A6A2-715D080BC134}" type="pres">
      <dgm:prSet presAssocID="{9BC29A45-9D1D-4949-AF61-CB273A1F961D}" presName="spacer" presStyleCnt="0"/>
      <dgm:spPr/>
    </dgm:pt>
    <dgm:pt modelId="{F76AAC41-14B2-46C6-A3E0-2ED8C42F0176}" type="pres">
      <dgm:prSet presAssocID="{2906CFC6-B747-4054-8BC8-7FDDFD9662F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B0DF700-E6EC-4A4F-B98E-A033FC1CA3F4}" srcId="{6996C8DE-9506-46E9-9952-C0BAB9E7D636}" destId="{9C376C8B-8DDB-4DAD-B604-DCC215E57786}" srcOrd="1" destOrd="0" parTransId="{2BBB3DD9-C58A-451D-81A0-BA4FDFCD8C44}" sibTransId="{E1551FFB-EE00-4D18-ADE5-282055EC96F7}"/>
    <dgm:cxn modelId="{24503905-8AFD-4C37-8301-A9A800A949D6}" type="presOf" srcId="{8109FBE5-45D5-4ED0-A124-DE3F157D9710}" destId="{9C681398-6210-452E-93F8-6BC1D826CCC4}" srcOrd="0" destOrd="0" presId="urn:microsoft.com/office/officeart/2005/8/layout/vList2"/>
    <dgm:cxn modelId="{547C951B-59B3-473A-9B79-5CBC3DBA09E6}" srcId="{6996C8DE-9506-46E9-9952-C0BAB9E7D636}" destId="{ABA6BAF3-A137-47C0-8F23-AD7FC6861241}" srcOrd="2" destOrd="0" parTransId="{7C16CB6F-564B-4A2E-A970-849CFDB5CF04}" sibTransId="{9BC29A45-9D1D-4949-AF61-CB273A1F961D}"/>
    <dgm:cxn modelId="{E753B342-B919-4A6F-9678-78C10F0688AA}" type="presOf" srcId="{2906CFC6-B747-4054-8BC8-7FDDFD9662F8}" destId="{F76AAC41-14B2-46C6-A3E0-2ED8C42F0176}" srcOrd="0" destOrd="0" presId="urn:microsoft.com/office/officeart/2005/8/layout/vList2"/>
    <dgm:cxn modelId="{F7FD484C-93D7-47E3-89ED-6CFEC9007EE9}" srcId="{6996C8DE-9506-46E9-9952-C0BAB9E7D636}" destId="{2906CFC6-B747-4054-8BC8-7FDDFD9662F8}" srcOrd="3" destOrd="0" parTransId="{4C7FE287-E995-4D65-BAC1-0673ED3921BC}" sibTransId="{AE0BD393-6267-4904-AB69-DDD00E7DF80E}"/>
    <dgm:cxn modelId="{DF263F96-B17B-43C4-A42B-2474ED10A996}" srcId="{6996C8DE-9506-46E9-9952-C0BAB9E7D636}" destId="{8109FBE5-45D5-4ED0-A124-DE3F157D9710}" srcOrd="0" destOrd="0" parTransId="{FCBB1E33-2263-4AB9-A472-8ED588A24FC7}" sibTransId="{FF85A1A7-9A6A-4737-B4D5-4CE0CE43F657}"/>
    <dgm:cxn modelId="{55F6CDC4-365D-43B9-BAEE-935B79F506B8}" type="presOf" srcId="{ABA6BAF3-A137-47C0-8F23-AD7FC6861241}" destId="{0AF3CF11-DBA4-4D52-9808-63FA4E77C5C4}" srcOrd="0" destOrd="0" presId="urn:microsoft.com/office/officeart/2005/8/layout/vList2"/>
    <dgm:cxn modelId="{EFD970DC-DDD4-48A2-9D7B-DD142B2DA2E5}" type="presOf" srcId="{9C376C8B-8DDB-4DAD-B604-DCC215E57786}" destId="{17BCEAE0-0420-4B18-AF31-DD2DE86DED98}" srcOrd="0" destOrd="0" presId="urn:microsoft.com/office/officeart/2005/8/layout/vList2"/>
    <dgm:cxn modelId="{ECB790E6-A2E7-49FB-A70B-53EE8C7142E3}" type="presOf" srcId="{6996C8DE-9506-46E9-9952-C0BAB9E7D636}" destId="{E1C6C5CC-B2F2-4A94-B1B8-94866DDC7B83}" srcOrd="0" destOrd="0" presId="urn:microsoft.com/office/officeart/2005/8/layout/vList2"/>
    <dgm:cxn modelId="{F3731AF6-C20E-4D21-97FC-26767257033D}" type="presParOf" srcId="{E1C6C5CC-B2F2-4A94-B1B8-94866DDC7B83}" destId="{9C681398-6210-452E-93F8-6BC1D826CCC4}" srcOrd="0" destOrd="0" presId="urn:microsoft.com/office/officeart/2005/8/layout/vList2"/>
    <dgm:cxn modelId="{D0A646BF-ADD5-4B19-ACB0-FB3BF127C7EC}" type="presParOf" srcId="{E1C6C5CC-B2F2-4A94-B1B8-94866DDC7B83}" destId="{65530396-BB2A-4E2D-859C-F1C22E286619}" srcOrd="1" destOrd="0" presId="urn:microsoft.com/office/officeart/2005/8/layout/vList2"/>
    <dgm:cxn modelId="{59CB6490-79FE-42BA-9A90-EE047E47555A}" type="presParOf" srcId="{E1C6C5CC-B2F2-4A94-B1B8-94866DDC7B83}" destId="{17BCEAE0-0420-4B18-AF31-DD2DE86DED98}" srcOrd="2" destOrd="0" presId="urn:microsoft.com/office/officeart/2005/8/layout/vList2"/>
    <dgm:cxn modelId="{518CE7FB-FD01-4515-B670-978FE2EE0A97}" type="presParOf" srcId="{E1C6C5CC-B2F2-4A94-B1B8-94866DDC7B83}" destId="{BF72C9FF-8C2A-4600-A17F-DDAF825507B8}" srcOrd="3" destOrd="0" presId="urn:microsoft.com/office/officeart/2005/8/layout/vList2"/>
    <dgm:cxn modelId="{B487358B-B31C-42AD-A3FC-3F12F99ACFF4}" type="presParOf" srcId="{E1C6C5CC-B2F2-4A94-B1B8-94866DDC7B83}" destId="{0AF3CF11-DBA4-4D52-9808-63FA4E77C5C4}" srcOrd="4" destOrd="0" presId="urn:microsoft.com/office/officeart/2005/8/layout/vList2"/>
    <dgm:cxn modelId="{45B5BF91-353A-4D86-BB60-EC9B37936D73}" type="presParOf" srcId="{E1C6C5CC-B2F2-4A94-B1B8-94866DDC7B83}" destId="{3649E206-3236-4CFD-A6A2-715D080BC134}" srcOrd="5" destOrd="0" presId="urn:microsoft.com/office/officeart/2005/8/layout/vList2"/>
    <dgm:cxn modelId="{ED8480AC-67EA-48D7-A66C-F10520BD3A3E}" type="presParOf" srcId="{E1C6C5CC-B2F2-4A94-B1B8-94866DDC7B83}" destId="{F76AAC41-14B2-46C6-A3E0-2ED8C42F01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8E0172-F686-4986-A375-7E78A0AC8A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bg-BG"/>
        </a:p>
      </dgm:t>
    </dgm:pt>
    <dgm:pt modelId="{34690FB8-3B17-4E59-B307-B3B2075E471F}">
      <dgm:prSet/>
      <dgm:spPr/>
      <dgm:t>
        <a:bodyPr/>
        <a:lstStyle/>
        <a:p>
          <a:r>
            <a:rPr lang="ru-RU" b="1" i="0"/>
            <a:t>Раздел 1: Увод и подготовка на данните</a:t>
          </a:r>
          <a:endParaRPr lang="bg-BG"/>
        </a:p>
      </dgm:t>
    </dgm:pt>
    <dgm:pt modelId="{FB21342F-18B4-459E-A3FC-80F403D55CA1}" type="parTrans" cxnId="{E32C6D88-84E7-4D64-A81C-5FAC000FAB8A}">
      <dgm:prSet/>
      <dgm:spPr/>
      <dgm:t>
        <a:bodyPr/>
        <a:lstStyle/>
        <a:p>
          <a:endParaRPr lang="bg-BG"/>
        </a:p>
      </dgm:t>
    </dgm:pt>
    <dgm:pt modelId="{87BA33A0-B7B2-496A-B475-F04F707B5DCD}" type="sibTrans" cxnId="{E32C6D88-84E7-4D64-A81C-5FAC000FAB8A}">
      <dgm:prSet/>
      <dgm:spPr/>
      <dgm:t>
        <a:bodyPr/>
        <a:lstStyle/>
        <a:p>
          <a:endParaRPr lang="bg-BG"/>
        </a:p>
      </dgm:t>
    </dgm:pt>
    <dgm:pt modelId="{18E74320-D59C-4601-B60E-9C4450352691}">
      <dgm:prSet/>
      <dgm:spPr/>
      <dgm:t>
        <a:bodyPr/>
        <a:lstStyle/>
        <a:p>
          <a:r>
            <a:rPr lang="ru-RU" b="0" i="0"/>
            <a:t>1.1 Увод в НМГА</a:t>
          </a:r>
          <a:endParaRPr lang="bg-BG"/>
        </a:p>
      </dgm:t>
    </dgm:pt>
    <dgm:pt modelId="{3BA3BA59-F824-4E82-B840-F1E28D091C50}" type="parTrans" cxnId="{42D3D6E3-FA29-475F-91B4-473FC4FCB26F}">
      <dgm:prSet/>
      <dgm:spPr/>
      <dgm:t>
        <a:bodyPr/>
        <a:lstStyle/>
        <a:p>
          <a:endParaRPr lang="bg-BG"/>
        </a:p>
      </dgm:t>
    </dgm:pt>
    <dgm:pt modelId="{56783F63-A1D6-4F1B-84C6-4D2D12D5A464}" type="sibTrans" cxnId="{42D3D6E3-FA29-475F-91B4-473FC4FCB26F}">
      <dgm:prSet/>
      <dgm:spPr/>
      <dgm:t>
        <a:bodyPr/>
        <a:lstStyle/>
        <a:p>
          <a:endParaRPr lang="bg-BG"/>
        </a:p>
      </dgm:t>
    </dgm:pt>
    <dgm:pt modelId="{61D6A96D-2FBE-480C-B564-3BE72037348A}">
      <dgm:prSet/>
      <dgm:spPr/>
      <dgm:t>
        <a:bodyPr/>
        <a:lstStyle/>
        <a:p>
          <a:r>
            <a:rPr lang="ru-RU" b="0" i="0"/>
            <a:t>1.2 Схема на работа и документиране</a:t>
          </a:r>
          <a:endParaRPr lang="bg-BG"/>
        </a:p>
      </dgm:t>
    </dgm:pt>
    <dgm:pt modelId="{F02E4395-4B05-435F-9477-5AC115FABBBB}" type="parTrans" cxnId="{5C02A8D0-32D7-40C4-81CD-4986D9740350}">
      <dgm:prSet/>
      <dgm:spPr/>
      <dgm:t>
        <a:bodyPr/>
        <a:lstStyle/>
        <a:p>
          <a:endParaRPr lang="bg-BG"/>
        </a:p>
      </dgm:t>
    </dgm:pt>
    <dgm:pt modelId="{2170CF46-384E-42FF-8923-9C07F0D0431C}" type="sibTrans" cxnId="{5C02A8D0-32D7-40C4-81CD-4986D9740350}">
      <dgm:prSet/>
      <dgm:spPr/>
      <dgm:t>
        <a:bodyPr/>
        <a:lstStyle/>
        <a:p>
          <a:endParaRPr lang="bg-BG"/>
        </a:p>
      </dgm:t>
    </dgm:pt>
    <dgm:pt modelId="{6B20D839-0C8B-48E9-9146-EA4653AE0545}">
      <dgm:prSet/>
      <dgm:spPr/>
      <dgm:t>
        <a:bodyPr/>
        <a:lstStyle/>
        <a:p>
          <a:r>
            <a:rPr lang="ru-RU" b="0" i="0"/>
            <a:t>1.3 Подготовка на данните (интегритет, почистване, липсващи стойности, шум)</a:t>
          </a:r>
          <a:endParaRPr lang="bg-BG"/>
        </a:p>
      </dgm:t>
    </dgm:pt>
    <dgm:pt modelId="{D8C74BA5-E3DF-4F9F-83B7-5DD9772AEBA4}" type="parTrans" cxnId="{993C8F67-6B7B-4430-BDE5-B2E454713FED}">
      <dgm:prSet/>
      <dgm:spPr/>
      <dgm:t>
        <a:bodyPr/>
        <a:lstStyle/>
        <a:p>
          <a:endParaRPr lang="bg-BG"/>
        </a:p>
      </dgm:t>
    </dgm:pt>
    <dgm:pt modelId="{E738E6B8-4B5D-4799-A6E3-8401DDD1F0B4}" type="sibTrans" cxnId="{993C8F67-6B7B-4430-BDE5-B2E454713FED}">
      <dgm:prSet/>
      <dgm:spPr/>
      <dgm:t>
        <a:bodyPr/>
        <a:lstStyle/>
        <a:p>
          <a:endParaRPr lang="bg-BG"/>
        </a:p>
      </dgm:t>
    </dgm:pt>
    <dgm:pt modelId="{F7291C76-86CA-4760-82C2-67AE2D666D7D}">
      <dgm:prSet/>
      <dgm:spPr/>
      <dgm:t>
        <a:bodyPr/>
        <a:lstStyle/>
        <a:p>
          <a:r>
            <a:rPr lang="ru-RU" b="0" i="0"/>
            <a:t>1.4 Трансформация и нормализация на данните</a:t>
          </a:r>
          <a:endParaRPr lang="bg-BG"/>
        </a:p>
      </dgm:t>
    </dgm:pt>
    <dgm:pt modelId="{E14037E6-7E73-4591-B731-CF5EE6788C40}" type="parTrans" cxnId="{E3464D60-A25C-475B-A92D-82967C7846DE}">
      <dgm:prSet/>
      <dgm:spPr/>
      <dgm:t>
        <a:bodyPr/>
        <a:lstStyle/>
        <a:p>
          <a:endParaRPr lang="bg-BG"/>
        </a:p>
      </dgm:t>
    </dgm:pt>
    <dgm:pt modelId="{8D327190-F312-448D-AB18-C4A848CFD70A}" type="sibTrans" cxnId="{E3464D60-A25C-475B-A92D-82967C7846DE}">
      <dgm:prSet/>
      <dgm:spPr/>
      <dgm:t>
        <a:bodyPr/>
        <a:lstStyle/>
        <a:p>
          <a:endParaRPr lang="bg-BG"/>
        </a:p>
      </dgm:t>
    </dgm:pt>
    <dgm:pt modelId="{D4996C01-A8D9-4842-8B36-560B57214901}">
      <dgm:prSet/>
      <dgm:spPr/>
      <dgm:t>
        <a:bodyPr/>
        <a:lstStyle/>
        <a:p>
          <a:r>
            <a:rPr lang="ru-RU" b="1" i="0"/>
            <a:t>Раздел 2: Класически невронни мрежи</a:t>
          </a:r>
          <a:endParaRPr lang="bg-BG"/>
        </a:p>
      </dgm:t>
    </dgm:pt>
    <dgm:pt modelId="{4E88A8F0-5E6F-44D8-A3E5-545395C511D9}" type="parTrans" cxnId="{CDCFC551-B9C8-4488-B0F3-DD1487D4B587}">
      <dgm:prSet/>
      <dgm:spPr/>
      <dgm:t>
        <a:bodyPr/>
        <a:lstStyle/>
        <a:p>
          <a:endParaRPr lang="bg-BG"/>
        </a:p>
      </dgm:t>
    </dgm:pt>
    <dgm:pt modelId="{942B51AE-591C-40D7-B2EF-94840A802B0F}" type="sibTrans" cxnId="{CDCFC551-B9C8-4488-B0F3-DD1487D4B587}">
      <dgm:prSet/>
      <dgm:spPr/>
      <dgm:t>
        <a:bodyPr/>
        <a:lstStyle/>
        <a:p>
          <a:endParaRPr lang="bg-BG"/>
        </a:p>
      </dgm:t>
    </dgm:pt>
    <dgm:pt modelId="{CA104027-EDD6-4664-955E-19340802B6A6}">
      <dgm:prSet/>
      <dgm:spPr/>
      <dgm:t>
        <a:bodyPr/>
        <a:lstStyle/>
        <a:p>
          <a:r>
            <a:rPr lang="ru-RU" b="0" i="0"/>
            <a:t>2.1 Същност на невронните мрежи (неврон, активационни функции, bias)</a:t>
          </a:r>
          <a:endParaRPr lang="bg-BG"/>
        </a:p>
      </dgm:t>
    </dgm:pt>
    <dgm:pt modelId="{665C94E6-A035-4797-9518-909340533FF2}" type="parTrans" cxnId="{AFAC35CE-EDF3-44A9-A250-42B28E4CA415}">
      <dgm:prSet/>
      <dgm:spPr/>
      <dgm:t>
        <a:bodyPr/>
        <a:lstStyle/>
        <a:p>
          <a:endParaRPr lang="bg-BG"/>
        </a:p>
      </dgm:t>
    </dgm:pt>
    <dgm:pt modelId="{0E60DA4C-DC27-4BA8-A69F-597B1ACE2622}" type="sibTrans" cxnId="{AFAC35CE-EDF3-44A9-A250-42B28E4CA415}">
      <dgm:prSet/>
      <dgm:spPr/>
      <dgm:t>
        <a:bodyPr/>
        <a:lstStyle/>
        <a:p>
          <a:endParaRPr lang="bg-BG"/>
        </a:p>
      </dgm:t>
    </dgm:pt>
    <dgm:pt modelId="{8BB378CD-5045-44F7-9C2C-1361BEE77A6F}">
      <dgm:prSet/>
      <dgm:spPr/>
      <dgm:t>
        <a:bodyPr/>
        <a:lstStyle/>
        <a:p>
          <a:r>
            <a:rPr lang="ru-RU" b="0" i="0"/>
            <a:t>2.2 Архитектура (топология) на ИНМ</a:t>
          </a:r>
          <a:endParaRPr lang="bg-BG"/>
        </a:p>
      </dgm:t>
    </dgm:pt>
    <dgm:pt modelId="{B3D9DF7B-B264-427D-BD2C-ABADAB9D4F45}" type="parTrans" cxnId="{8B7644DE-0843-48F3-8A58-20A7D78957E1}">
      <dgm:prSet/>
      <dgm:spPr/>
      <dgm:t>
        <a:bodyPr/>
        <a:lstStyle/>
        <a:p>
          <a:endParaRPr lang="bg-BG"/>
        </a:p>
      </dgm:t>
    </dgm:pt>
    <dgm:pt modelId="{ADE37CC8-4895-4D0D-A373-8EC6FDD5866A}" type="sibTrans" cxnId="{8B7644DE-0843-48F3-8A58-20A7D78957E1}">
      <dgm:prSet/>
      <dgm:spPr/>
      <dgm:t>
        <a:bodyPr/>
        <a:lstStyle/>
        <a:p>
          <a:endParaRPr lang="bg-BG"/>
        </a:p>
      </dgm:t>
    </dgm:pt>
    <dgm:pt modelId="{A8E559F3-C599-40D7-ACFE-00C514720909}">
      <dgm:prSet/>
      <dgm:spPr/>
      <dgm:t>
        <a:bodyPr/>
        <a:lstStyle/>
        <a:p>
          <a:r>
            <a:rPr lang="ru-RU" b="0" i="0"/>
            <a:t>2.3 Обучение на ИНМ (видове обучение, епохи)</a:t>
          </a:r>
          <a:endParaRPr lang="bg-BG"/>
        </a:p>
      </dgm:t>
    </dgm:pt>
    <dgm:pt modelId="{512E1CEB-1A1B-485E-8F3C-9357830D8C47}" type="parTrans" cxnId="{850936A9-9191-4347-BBBA-8DB43A8DE0F8}">
      <dgm:prSet/>
      <dgm:spPr/>
      <dgm:t>
        <a:bodyPr/>
        <a:lstStyle/>
        <a:p>
          <a:endParaRPr lang="bg-BG"/>
        </a:p>
      </dgm:t>
    </dgm:pt>
    <dgm:pt modelId="{FC4F3760-3492-47C3-BCBC-60ACFA8DB650}" type="sibTrans" cxnId="{850936A9-9191-4347-BBBA-8DB43A8DE0F8}">
      <dgm:prSet/>
      <dgm:spPr/>
      <dgm:t>
        <a:bodyPr/>
        <a:lstStyle/>
        <a:p>
          <a:endParaRPr lang="bg-BG"/>
        </a:p>
      </dgm:t>
    </dgm:pt>
    <dgm:pt modelId="{9E8EF624-466F-4F84-A476-8ACAC80A6E6F}">
      <dgm:prSet/>
      <dgm:spPr/>
      <dgm:t>
        <a:bodyPr/>
        <a:lstStyle/>
        <a:p>
          <a:r>
            <a:rPr lang="ru-RU" b="0" i="0"/>
            <a:t>2.4 Алгоритми за обучение на многослойни перцептрони (Backpropagation, оптимизатори от първи и втори ред)</a:t>
          </a:r>
          <a:endParaRPr lang="bg-BG"/>
        </a:p>
      </dgm:t>
    </dgm:pt>
    <dgm:pt modelId="{5684517B-48EB-4317-B343-EF4B5C44CBE2}" type="parTrans" cxnId="{E3CF7873-E628-4320-AEEF-FCE1559FE735}">
      <dgm:prSet/>
      <dgm:spPr/>
      <dgm:t>
        <a:bodyPr/>
        <a:lstStyle/>
        <a:p>
          <a:endParaRPr lang="bg-BG"/>
        </a:p>
      </dgm:t>
    </dgm:pt>
    <dgm:pt modelId="{000573EA-4283-46C7-B15D-41AD5FD72573}" type="sibTrans" cxnId="{E3CF7873-E628-4320-AEEF-FCE1559FE735}">
      <dgm:prSet/>
      <dgm:spPr/>
      <dgm:t>
        <a:bodyPr/>
        <a:lstStyle/>
        <a:p>
          <a:endParaRPr lang="bg-BG"/>
        </a:p>
      </dgm:t>
    </dgm:pt>
    <dgm:pt modelId="{AA438BA3-0952-4BA4-9A81-731132D0932D}">
      <dgm:prSet/>
      <dgm:spPr/>
      <dgm:t>
        <a:bodyPr/>
        <a:lstStyle/>
        <a:p>
          <a:r>
            <a:rPr lang="ru-RU" b="1" i="0"/>
            <a:t>Раздел 3: Оценка и оптимизация</a:t>
          </a:r>
          <a:endParaRPr lang="bg-BG"/>
        </a:p>
      </dgm:t>
    </dgm:pt>
    <dgm:pt modelId="{4DBC092E-17FF-4F02-8E95-66742B53F784}" type="parTrans" cxnId="{19D5B72C-D694-4504-82C8-2ACBB16E1040}">
      <dgm:prSet/>
      <dgm:spPr/>
      <dgm:t>
        <a:bodyPr/>
        <a:lstStyle/>
        <a:p>
          <a:endParaRPr lang="bg-BG"/>
        </a:p>
      </dgm:t>
    </dgm:pt>
    <dgm:pt modelId="{5FC71B5B-F459-4533-A796-8C953E0B9725}" type="sibTrans" cxnId="{19D5B72C-D694-4504-82C8-2ACBB16E1040}">
      <dgm:prSet/>
      <dgm:spPr/>
      <dgm:t>
        <a:bodyPr/>
        <a:lstStyle/>
        <a:p>
          <a:endParaRPr lang="bg-BG"/>
        </a:p>
      </dgm:t>
    </dgm:pt>
    <dgm:pt modelId="{53AC039F-9A66-47A6-9098-37DA881ED9E1}">
      <dgm:prSet/>
      <dgm:spPr/>
      <dgm:t>
        <a:bodyPr/>
        <a:lstStyle/>
        <a:p>
          <a:r>
            <a:rPr lang="ru-RU" b="0" i="0"/>
            <a:t>3.1 Оценка на алгоритъма (Confusion Matrix, ROC криви, Precision/Trueness)</a:t>
          </a:r>
          <a:endParaRPr lang="bg-BG"/>
        </a:p>
      </dgm:t>
    </dgm:pt>
    <dgm:pt modelId="{4DB99BF0-337C-491C-A733-07E31BFB83A3}" type="parTrans" cxnId="{387AC002-32B6-4D85-B40B-7698E659ABD0}">
      <dgm:prSet/>
      <dgm:spPr/>
      <dgm:t>
        <a:bodyPr/>
        <a:lstStyle/>
        <a:p>
          <a:endParaRPr lang="bg-BG"/>
        </a:p>
      </dgm:t>
    </dgm:pt>
    <dgm:pt modelId="{EBAD0174-D5F3-4F6F-8423-B8B13EED7B87}" type="sibTrans" cxnId="{387AC002-32B6-4D85-B40B-7698E659ABD0}">
      <dgm:prSet/>
      <dgm:spPr/>
      <dgm:t>
        <a:bodyPr/>
        <a:lstStyle/>
        <a:p>
          <a:endParaRPr lang="bg-BG"/>
        </a:p>
      </dgm:t>
    </dgm:pt>
    <dgm:pt modelId="{B9E67FFA-DFDC-4D56-A445-C71250536F39}">
      <dgm:prSet/>
      <dgm:spPr/>
      <dgm:t>
        <a:bodyPr/>
        <a:lstStyle/>
        <a:p>
          <a:r>
            <a:rPr lang="ru-RU" b="0" i="0"/>
            <a:t>3.2 Оптимизация на параметрите и архитектурата (L1/L2, Dropout, Batch Normalization)</a:t>
          </a:r>
          <a:endParaRPr lang="bg-BG"/>
        </a:p>
      </dgm:t>
    </dgm:pt>
    <dgm:pt modelId="{BB61426A-56D5-4727-8846-34D266FAD897}" type="parTrans" cxnId="{79E629E8-4017-4A9F-87FF-59A296318FF7}">
      <dgm:prSet/>
      <dgm:spPr/>
      <dgm:t>
        <a:bodyPr/>
        <a:lstStyle/>
        <a:p>
          <a:endParaRPr lang="bg-BG"/>
        </a:p>
      </dgm:t>
    </dgm:pt>
    <dgm:pt modelId="{CCB02223-BAF9-44BB-9E8B-3EE73FB368FA}" type="sibTrans" cxnId="{79E629E8-4017-4A9F-87FF-59A296318FF7}">
      <dgm:prSet/>
      <dgm:spPr/>
      <dgm:t>
        <a:bodyPr/>
        <a:lstStyle/>
        <a:p>
          <a:endParaRPr lang="bg-BG"/>
        </a:p>
      </dgm:t>
    </dgm:pt>
    <dgm:pt modelId="{2EFEB6EB-F81F-4732-A41B-F99FDC94F101}">
      <dgm:prSet/>
      <dgm:spPr/>
      <dgm:t>
        <a:bodyPr/>
        <a:lstStyle/>
        <a:p>
          <a:r>
            <a:rPr lang="ru-RU" b="0" i="0"/>
            <a:t>3.3 Избор на записи за трениране, валидиране и тест (k-FCV, overfitting/underfitting)</a:t>
          </a:r>
          <a:endParaRPr lang="bg-BG"/>
        </a:p>
      </dgm:t>
    </dgm:pt>
    <dgm:pt modelId="{567A46E9-7E6C-4271-90A9-6741608F58D7}" type="parTrans" cxnId="{2FA835C2-135D-4F4D-97EA-05AE8D3E7B49}">
      <dgm:prSet/>
      <dgm:spPr/>
      <dgm:t>
        <a:bodyPr/>
        <a:lstStyle/>
        <a:p>
          <a:endParaRPr lang="bg-BG"/>
        </a:p>
      </dgm:t>
    </dgm:pt>
    <dgm:pt modelId="{CF5B42C2-F0E7-440B-8646-FB474557C3A9}" type="sibTrans" cxnId="{2FA835C2-135D-4F4D-97EA-05AE8D3E7B49}">
      <dgm:prSet/>
      <dgm:spPr/>
      <dgm:t>
        <a:bodyPr/>
        <a:lstStyle/>
        <a:p>
          <a:endParaRPr lang="bg-BG"/>
        </a:p>
      </dgm:t>
    </dgm:pt>
    <dgm:pt modelId="{C406779A-B084-44DB-9E4E-4CF7E6BC8AE7}" type="pres">
      <dgm:prSet presAssocID="{CE8E0172-F686-4986-A375-7E78A0AC8A7C}" presName="linear" presStyleCnt="0">
        <dgm:presLayoutVars>
          <dgm:animLvl val="lvl"/>
          <dgm:resizeHandles val="exact"/>
        </dgm:presLayoutVars>
      </dgm:prSet>
      <dgm:spPr/>
    </dgm:pt>
    <dgm:pt modelId="{55FA66AD-0F34-4301-8ACC-A297A0D78523}" type="pres">
      <dgm:prSet presAssocID="{34690FB8-3B17-4E59-B307-B3B2075E471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D19915-38B2-45D5-954C-804659417DD3}" type="pres">
      <dgm:prSet presAssocID="{34690FB8-3B17-4E59-B307-B3B2075E471F}" presName="childText" presStyleLbl="revTx" presStyleIdx="0" presStyleCnt="3">
        <dgm:presLayoutVars>
          <dgm:bulletEnabled val="1"/>
        </dgm:presLayoutVars>
      </dgm:prSet>
      <dgm:spPr/>
    </dgm:pt>
    <dgm:pt modelId="{624D4778-4BA5-4162-9E13-974BC03A9BAE}" type="pres">
      <dgm:prSet presAssocID="{D4996C01-A8D9-4842-8B36-560B5721490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A353FC-D394-4790-A18F-353836959644}" type="pres">
      <dgm:prSet presAssocID="{D4996C01-A8D9-4842-8B36-560B57214901}" presName="childText" presStyleLbl="revTx" presStyleIdx="1" presStyleCnt="3">
        <dgm:presLayoutVars>
          <dgm:bulletEnabled val="1"/>
        </dgm:presLayoutVars>
      </dgm:prSet>
      <dgm:spPr/>
    </dgm:pt>
    <dgm:pt modelId="{94A5F9BD-952D-4228-8EF2-F9AF5D08A1D2}" type="pres">
      <dgm:prSet presAssocID="{AA438BA3-0952-4BA4-9A81-731132D0932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D863321-CBED-4768-833B-9E561A777020}" type="pres">
      <dgm:prSet presAssocID="{AA438BA3-0952-4BA4-9A81-731132D0932D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91FC700-D448-4C12-8508-C29495948AE0}" type="presOf" srcId="{53AC039F-9A66-47A6-9098-37DA881ED9E1}" destId="{5D863321-CBED-4768-833B-9E561A777020}" srcOrd="0" destOrd="0" presId="urn:microsoft.com/office/officeart/2005/8/layout/vList2"/>
    <dgm:cxn modelId="{387AC002-32B6-4D85-B40B-7698E659ABD0}" srcId="{AA438BA3-0952-4BA4-9A81-731132D0932D}" destId="{53AC039F-9A66-47A6-9098-37DA881ED9E1}" srcOrd="0" destOrd="0" parTransId="{4DB99BF0-337C-491C-A733-07E31BFB83A3}" sibTransId="{EBAD0174-D5F3-4F6F-8423-B8B13EED7B87}"/>
    <dgm:cxn modelId="{615F250D-AC04-426F-A151-E58CC9773DBA}" type="presOf" srcId="{34690FB8-3B17-4E59-B307-B3B2075E471F}" destId="{55FA66AD-0F34-4301-8ACC-A297A0D78523}" srcOrd="0" destOrd="0" presId="urn:microsoft.com/office/officeart/2005/8/layout/vList2"/>
    <dgm:cxn modelId="{EB2FD31A-7AFB-4B95-A4E9-7968EB86460C}" type="presOf" srcId="{F7291C76-86CA-4760-82C2-67AE2D666D7D}" destId="{CDD19915-38B2-45D5-954C-804659417DD3}" srcOrd="0" destOrd="3" presId="urn:microsoft.com/office/officeart/2005/8/layout/vList2"/>
    <dgm:cxn modelId="{2E2D3C21-368D-49D3-817D-7755106D0B91}" type="presOf" srcId="{18E74320-D59C-4601-B60E-9C4450352691}" destId="{CDD19915-38B2-45D5-954C-804659417DD3}" srcOrd="0" destOrd="0" presId="urn:microsoft.com/office/officeart/2005/8/layout/vList2"/>
    <dgm:cxn modelId="{6A4AEA2B-2D80-4303-A008-2AE7AF55AD71}" type="presOf" srcId="{AA438BA3-0952-4BA4-9A81-731132D0932D}" destId="{94A5F9BD-952D-4228-8EF2-F9AF5D08A1D2}" srcOrd="0" destOrd="0" presId="urn:microsoft.com/office/officeart/2005/8/layout/vList2"/>
    <dgm:cxn modelId="{19D5B72C-D694-4504-82C8-2ACBB16E1040}" srcId="{CE8E0172-F686-4986-A375-7E78A0AC8A7C}" destId="{AA438BA3-0952-4BA4-9A81-731132D0932D}" srcOrd="2" destOrd="0" parTransId="{4DBC092E-17FF-4F02-8E95-66742B53F784}" sibTransId="{5FC71B5B-F459-4533-A796-8C953E0B9725}"/>
    <dgm:cxn modelId="{4206A137-C4EF-4BF9-82AE-578506888622}" type="presOf" srcId="{CE8E0172-F686-4986-A375-7E78A0AC8A7C}" destId="{C406779A-B084-44DB-9E4E-4CF7E6BC8AE7}" srcOrd="0" destOrd="0" presId="urn:microsoft.com/office/officeart/2005/8/layout/vList2"/>
    <dgm:cxn modelId="{E3464D60-A25C-475B-A92D-82967C7846DE}" srcId="{34690FB8-3B17-4E59-B307-B3B2075E471F}" destId="{F7291C76-86CA-4760-82C2-67AE2D666D7D}" srcOrd="3" destOrd="0" parTransId="{E14037E6-7E73-4591-B731-CF5EE6788C40}" sibTransId="{8D327190-F312-448D-AB18-C4A848CFD70A}"/>
    <dgm:cxn modelId="{F216F746-0B09-48EA-B524-8762FB800191}" type="presOf" srcId="{9E8EF624-466F-4F84-A476-8ACAC80A6E6F}" destId="{4BA353FC-D394-4790-A18F-353836959644}" srcOrd="0" destOrd="3" presId="urn:microsoft.com/office/officeart/2005/8/layout/vList2"/>
    <dgm:cxn modelId="{993C8F67-6B7B-4430-BDE5-B2E454713FED}" srcId="{34690FB8-3B17-4E59-B307-B3B2075E471F}" destId="{6B20D839-0C8B-48E9-9146-EA4653AE0545}" srcOrd="2" destOrd="0" parTransId="{D8C74BA5-E3DF-4F9F-83B7-5DD9772AEBA4}" sibTransId="{E738E6B8-4B5D-4799-A6E3-8401DDD1F0B4}"/>
    <dgm:cxn modelId="{CDCFC551-B9C8-4488-B0F3-DD1487D4B587}" srcId="{CE8E0172-F686-4986-A375-7E78A0AC8A7C}" destId="{D4996C01-A8D9-4842-8B36-560B57214901}" srcOrd="1" destOrd="0" parTransId="{4E88A8F0-5E6F-44D8-A3E5-545395C511D9}" sibTransId="{942B51AE-591C-40D7-B2EF-94840A802B0F}"/>
    <dgm:cxn modelId="{E3CF7873-E628-4320-AEEF-FCE1559FE735}" srcId="{D4996C01-A8D9-4842-8B36-560B57214901}" destId="{9E8EF624-466F-4F84-A476-8ACAC80A6E6F}" srcOrd="3" destOrd="0" parTransId="{5684517B-48EB-4317-B343-EF4B5C44CBE2}" sibTransId="{000573EA-4283-46C7-B15D-41AD5FD72573}"/>
    <dgm:cxn modelId="{7CA34574-AFA7-40D1-9620-CAFF37D6EEAD}" type="presOf" srcId="{61D6A96D-2FBE-480C-B564-3BE72037348A}" destId="{CDD19915-38B2-45D5-954C-804659417DD3}" srcOrd="0" destOrd="1" presId="urn:microsoft.com/office/officeart/2005/8/layout/vList2"/>
    <dgm:cxn modelId="{C3DDA974-0330-480D-A72B-B971AFE9AD9A}" type="presOf" srcId="{A8E559F3-C599-40D7-ACFE-00C514720909}" destId="{4BA353FC-D394-4790-A18F-353836959644}" srcOrd="0" destOrd="2" presId="urn:microsoft.com/office/officeart/2005/8/layout/vList2"/>
    <dgm:cxn modelId="{1DCD8157-470D-47A7-8D98-96FECD8AF2D8}" type="presOf" srcId="{6B20D839-0C8B-48E9-9146-EA4653AE0545}" destId="{CDD19915-38B2-45D5-954C-804659417DD3}" srcOrd="0" destOrd="2" presId="urn:microsoft.com/office/officeart/2005/8/layout/vList2"/>
    <dgm:cxn modelId="{E32C6D88-84E7-4D64-A81C-5FAC000FAB8A}" srcId="{CE8E0172-F686-4986-A375-7E78A0AC8A7C}" destId="{34690FB8-3B17-4E59-B307-B3B2075E471F}" srcOrd="0" destOrd="0" parTransId="{FB21342F-18B4-459E-A3FC-80F403D55CA1}" sibTransId="{87BA33A0-B7B2-496A-B475-F04F707B5DCD}"/>
    <dgm:cxn modelId="{E85BB18A-BADF-492D-8A2B-EAC8EFCE3FBA}" type="presOf" srcId="{B9E67FFA-DFDC-4D56-A445-C71250536F39}" destId="{5D863321-CBED-4768-833B-9E561A777020}" srcOrd="0" destOrd="1" presId="urn:microsoft.com/office/officeart/2005/8/layout/vList2"/>
    <dgm:cxn modelId="{850936A9-9191-4347-BBBA-8DB43A8DE0F8}" srcId="{D4996C01-A8D9-4842-8B36-560B57214901}" destId="{A8E559F3-C599-40D7-ACFE-00C514720909}" srcOrd="2" destOrd="0" parTransId="{512E1CEB-1A1B-485E-8F3C-9357830D8C47}" sibTransId="{FC4F3760-3492-47C3-BCBC-60ACFA8DB650}"/>
    <dgm:cxn modelId="{2FA835C2-135D-4F4D-97EA-05AE8D3E7B49}" srcId="{AA438BA3-0952-4BA4-9A81-731132D0932D}" destId="{2EFEB6EB-F81F-4732-A41B-F99FDC94F101}" srcOrd="2" destOrd="0" parTransId="{567A46E9-7E6C-4271-90A9-6741608F58D7}" sibTransId="{CF5B42C2-F0E7-440B-8646-FB474557C3A9}"/>
    <dgm:cxn modelId="{AFAC35CE-EDF3-44A9-A250-42B28E4CA415}" srcId="{D4996C01-A8D9-4842-8B36-560B57214901}" destId="{CA104027-EDD6-4664-955E-19340802B6A6}" srcOrd="0" destOrd="0" parTransId="{665C94E6-A035-4797-9518-909340533FF2}" sibTransId="{0E60DA4C-DC27-4BA8-A69F-597B1ACE2622}"/>
    <dgm:cxn modelId="{5C02A8D0-32D7-40C4-81CD-4986D9740350}" srcId="{34690FB8-3B17-4E59-B307-B3B2075E471F}" destId="{61D6A96D-2FBE-480C-B564-3BE72037348A}" srcOrd="1" destOrd="0" parTransId="{F02E4395-4B05-435F-9477-5AC115FABBBB}" sibTransId="{2170CF46-384E-42FF-8923-9C07F0D0431C}"/>
    <dgm:cxn modelId="{E90F2BDB-5930-43A5-B847-3E9B04A97DB3}" type="presOf" srcId="{8BB378CD-5045-44F7-9C2C-1361BEE77A6F}" destId="{4BA353FC-D394-4790-A18F-353836959644}" srcOrd="0" destOrd="1" presId="urn:microsoft.com/office/officeart/2005/8/layout/vList2"/>
    <dgm:cxn modelId="{73BC84DD-06B8-4841-9801-25E0E7676F2F}" type="presOf" srcId="{2EFEB6EB-F81F-4732-A41B-F99FDC94F101}" destId="{5D863321-CBED-4768-833B-9E561A777020}" srcOrd="0" destOrd="2" presId="urn:microsoft.com/office/officeart/2005/8/layout/vList2"/>
    <dgm:cxn modelId="{8B7644DE-0843-48F3-8A58-20A7D78957E1}" srcId="{D4996C01-A8D9-4842-8B36-560B57214901}" destId="{8BB378CD-5045-44F7-9C2C-1361BEE77A6F}" srcOrd="1" destOrd="0" parTransId="{B3D9DF7B-B264-427D-BD2C-ABADAB9D4F45}" sibTransId="{ADE37CC8-4895-4D0D-A373-8EC6FDD5866A}"/>
    <dgm:cxn modelId="{42D3D6E3-FA29-475F-91B4-473FC4FCB26F}" srcId="{34690FB8-3B17-4E59-B307-B3B2075E471F}" destId="{18E74320-D59C-4601-B60E-9C4450352691}" srcOrd="0" destOrd="0" parTransId="{3BA3BA59-F824-4E82-B840-F1E28D091C50}" sibTransId="{56783F63-A1D6-4F1B-84C6-4D2D12D5A464}"/>
    <dgm:cxn modelId="{0A2B23E7-FB81-4409-96F8-3786EB3A0A02}" type="presOf" srcId="{D4996C01-A8D9-4842-8B36-560B57214901}" destId="{624D4778-4BA5-4162-9E13-974BC03A9BAE}" srcOrd="0" destOrd="0" presId="urn:microsoft.com/office/officeart/2005/8/layout/vList2"/>
    <dgm:cxn modelId="{79E629E8-4017-4A9F-87FF-59A296318FF7}" srcId="{AA438BA3-0952-4BA4-9A81-731132D0932D}" destId="{B9E67FFA-DFDC-4D56-A445-C71250536F39}" srcOrd="1" destOrd="0" parTransId="{BB61426A-56D5-4727-8846-34D266FAD897}" sibTransId="{CCB02223-BAF9-44BB-9E8B-3EE73FB368FA}"/>
    <dgm:cxn modelId="{8A6C68F6-B2ED-462D-9AE4-16EA846593A2}" type="presOf" srcId="{CA104027-EDD6-4664-955E-19340802B6A6}" destId="{4BA353FC-D394-4790-A18F-353836959644}" srcOrd="0" destOrd="0" presId="urn:microsoft.com/office/officeart/2005/8/layout/vList2"/>
    <dgm:cxn modelId="{7944DC29-831C-4B5F-ACF6-7C0DDE9A7AC7}" type="presParOf" srcId="{C406779A-B084-44DB-9E4E-4CF7E6BC8AE7}" destId="{55FA66AD-0F34-4301-8ACC-A297A0D78523}" srcOrd="0" destOrd="0" presId="urn:microsoft.com/office/officeart/2005/8/layout/vList2"/>
    <dgm:cxn modelId="{C360481C-95F3-4314-90A8-B44269C1ED2F}" type="presParOf" srcId="{C406779A-B084-44DB-9E4E-4CF7E6BC8AE7}" destId="{CDD19915-38B2-45D5-954C-804659417DD3}" srcOrd="1" destOrd="0" presId="urn:microsoft.com/office/officeart/2005/8/layout/vList2"/>
    <dgm:cxn modelId="{D6DA3C85-BAC1-43CE-AF06-94255000FE47}" type="presParOf" srcId="{C406779A-B084-44DB-9E4E-4CF7E6BC8AE7}" destId="{624D4778-4BA5-4162-9E13-974BC03A9BAE}" srcOrd="2" destOrd="0" presId="urn:microsoft.com/office/officeart/2005/8/layout/vList2"/>
    <dgm:cxn modelId="{C5B74088-A69D-4CD0-B5DC-CD4572A1CDF8}" type="presParOf" srcId="{C406779A-B084-44DB-9E4E-4CF7E6BC8AE7}" destId="{4BA353FC-D394-4790-A18F-353836959644}" srcOrd="3" destOrd="0" presId="urn:microsoft.com/office/officeart/2005/8/layout/vList2"/>
    <dgm:cxn modelId="{BB96E3B7-EB68-4D15-A9DE-4D49AB1A5B38}" type="presParOf" srcId="{C406779A-B084-44DB-9E4E-4CF7E6BC8AE7}" destId="{94A5F9BD-952D-4228-8EF2-F9AF5D08A1D2}" srcOrd="4" destOrd="0" presId="urn:microsoft.com/office/officeart/2005/8/layout/vList2"/>
    <dgm:cxn modelId="{DF39C5D9-91DF-4D13-AC24-67E64C3A9947}" type="presParOf" srcId="{C406779A-B084-44DB-9E4E-4CF7E6BC8AE7}" destId="{5D863321-CBED-4768-833B-9E561A77702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D10E94-610A-4886-B4D1-6D4BF54239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bg-BG"/>
        </a:p>
      </dgm:t>
    </dgm:pt>
    <dgm:pt modelId="{FD5EF3C8-D42B-4FA9-9ED0-5524DA832DB7}">
      <dgm:prSet/>
      <dgm:spPr/>
      <dgm:t>
        <a:bodyPr/>
        <a:lstStyle/>
        <a:p>
          <a:r>
            <a:rPr lang="bg-BG" b="1" i="0"/>
            <a:t>Раздел 4: Специализирани невронни мрежи</a:t>
          </a:r>
          <a:endParaRPr lang="bg-BG"/>
        </a:p>
      </dgm:t>
    </dgm:pt>
    <dgm:pt modelId="{FB1B3316-8BD9-4D46-B984-06CE017E084B}" type="parTrans" cxnId="{B46DAB3C-2A1D-49E7-9027-B2360AD027C1}">
      <dgm:prSet/>
      <dgm:spPr/>
      <dgm:t>
        <a:bodyPr/>
        <a:lstStyle/>
        <a:p>
          <a:endParaRPr lang="bg-BG"/>
        </a:p>
      </dgm:t>
    </dgm:pt>
    <dgm:pt modelId="{95643AC4-F8DB-432D-894E-0C23DA62C8D3}" type="sibTrans" cxnId="{B46DAB3C-2A1D-49E7-9027-B2360AD027C1}">
      <dgm:prSet/>
      <dgm:spPr/>
      <dgm:t>
        <a:bodyPr/>
        <a:lstStyle/>
        <a:p>
          <a:endParaRPr lang="bg-BG"/>
        </a:p>
      </dgm:t>
    </dgm:pt>
    <dgm:pt modelId="{CA002922-C837-4695-9928-37C7B436BE19}">
      <dgm:prSet/>
      <dgm:spPr/>
      <dgm:t>
        <a:bodyPr/>
        <a:lstStyle/>
        <a:p>
          <a:r>
            <a:rPr lang="bg-BG" b="0" i="0"/>
            <a:t>4.1 Рекурентни мрежи (</a:t>
          </a:r>
          <a:r>
            <a:rPr lang="en-US" b="0" i="0"/>
            <a:t>RNN, LSTM, GRU)</a:t>
          </a:r>
          <a:endParaRPr lang="bg-BG"/>
        </a:p>
      </dgm:t>
    </dgm:pt>
    <dgm:pt modelId="{B9036EDD-16C2-489D-9EBF-EA1E5E200C56}" type="parTrans" cxnId="{7F53430D-12D6-4FA0-B7A8-C71A05C2341D}">
      <dgm:prSet/>
      <dgm:spPr/>
      <dgm:t>
        <a:bodyPr/>
        <a:lstStyle/>
        <a:p>
          <a:endParaRPr lang="bg-BG"/>
        </a:p>
      </dgm:t>
    </dgm:pt>
    <dgm:pt modelId="{E5116487-8F8F-4E5E-AF97-9A95F6BD8B9F}" type="sibTrans" cxnId="{7F53430D-12D6-4FA0-B7A8-C71A05C2341D}">
      <dgm:prSet/>
      <dgm:spPr/>
      <dgm:t>
        <a:bodyPr/>
        <a:lstStyle/>
        <a:p>
          <a:endParaRPr lang="bg-BG"/>
        </a:p>
      </dgm:t>
    </dgm:pt>
    <dgm:pt modelId="{AD4EDCDC-005F-479C-B89C-5ED05277ACB7}">
      <dgm:prSet/>
      <dgm:spPr/>
      <dgm:t>
        <a:bodyPr/>
        <a:lstStyle/>
        <a:p>
          <a:r>
            <a:rPr lang="en-US" b="0" i="0"/>
            <a:t>4.2 </a:t>
          </a:r>
          <a:r>
            <a:rPr lang="bg-BG" b="0" i="0"/>
            <a:t>Мрежи с асоциативна памет (</a:t>
          </a:r>
          <a:r>
            <a:rPr lang="en-US" b="0" i="0"/>
            <a:t>Hopfield, </a:t>
          </a:r>
          <a:r>
            <a:rPr lang="bg-BG" b="0" i="0"/>
            <a:t>Болцманови машини)</a:t>
          </a:r>
          <a:endParaRPr lang="bg-BG"/>
        </a:p>
      </dgm:t>
    </dgm:pt>
    <dgm:pt modelId="{AEE2A00F-9FA0-414B-BADB-B4C4E8348806}" type="parTrans" cxnId="{D4FCA598-6030-4E97-AC48-9B9C10932A80}">
      <dgm:prSet/>
      <dgm:spPr/>
      <dgm:t>
        <a:bodyPr/>
        <a:lstStyle/>
        <a:p>
          <a:endParaRPr lang="bg-BG"/>
        </a:p>
      </dgm:t>
    </dgm:pt>
    <dgm:pt modelId="{186A96B6-1A10-4269-B79C-500A8577FF8B}" type="sibTrans" cxnId="{D4FCA598-6030-4E97-AC48-9B9C10932A80}">
      <dgm:prSet/>
      <dgm:spPr/>
      <dgm:t>
        <a:bodyPr/>
        <a:lstStyle/>
        <a:p>
          <a:endParaRPr lang="bg-BG"/>
        </a:p>
      </dgm:t>
    </dgm:pt>
    <dgm:pt modelId="{3AED02F3-1A06-48FA-883C-BB204DBD6B93}">
      <dgm:prSet/>
      <dgm:spPr/>
      <dgm:t>
        <a:bodyPr/>
        <a:lstStyle/>
        <a:p>
          <a:r>
            <a:rPr lang="bg-BG" b="0" i="0"/>
            <a:t>4.3 Конволюционни невронни мрежи (</a:t>
          </a:r>
          <a:r>
            <a:rPr lang="en-US" b="0" i="0"/>
            <a:t>CNN) – </a:t>
          </a:r>
          <a:r>
            <a:rPr lang="bg-BG" b="0" i="1"/>
            <a:t>актуална тема</a:t>
          </a:r>
          <a:endParaRPr lang="bg-BG"/>
        </a:p>
      </dgm:t>
    </dgm:pt>
    <dgm:pt modelId="{61909332-1905-46C4-A826-497CE182FF71}" type="parTrans" cxnId="{47F1935C-2D03-4725-9A12-0FD771B72BCB}">
      <dgm:prSet/>
      <dgm:spPr/>
      <dgm:t>
        <a:bodyPr/>
        <a:lstStyle/>
        <a:p>
          <a:endParaRPr lang="bg-BG"/>
        </a:p>
      </dgm:t>
    </dgm:pt>
    <dgm:pt modelId="{9B58B9FF-89F6-414B-9B1E-1CF8E213BA0B}" type="sibTrans" cxnId="{47F1935C-2D03-4725-9A12-0FD771B72BCB}">
      <dgm:prSet/>
      <dgm:spPr/>
      <dgm:t>
        <a:bodyPr/>
        <a:lstStyle/>
        <a:p>
          <a:endParaRPr lang="bg-BG"/>
        </a:p>
      </dgm:t>
    </dgm:pt>
    <dgm:pt modelId="{0397A8E2-FEF5-444A-99F3-89EDA1075662}">
      <dgm:prSet/>
      <dgm:spPr/>
      <dgm:t>
        <a:bodyPr/>
        <a:lstStyle/>
        <a:p>
          <a:r>
            <a:rPr lang="bg-BG" b="0" i="0"/>
            <a:t>4.4 Трансформъри и механизъм на вниманието – </a:t>
          </a:r>
          <a:r>
            <a:rPr lang="bg-BG" b="0" i="1"/>
            <a:t>актуална тема</a:t>
          </a:r>
          <a:endParaRPr lang="bg-BG"/>
        </a:p>
      </dgm:t>
    </dgm:pt>
    <dgm:pt modelId="{3B9BDD7B-BD0A-44FC-BF42-0B505FFE512F}" type="parTrans" cxnId="{2BB20A3F-80DA-403E-8F35-491F205508C4}">
      <dgm:prSet/>
      <dgm:spPr/>
      <dgm:t>
        <a:bodyPr/>
        <a:lstStyle/>
        <a:p>
          <a:endParaRPr lang="bg-BG"/>
        </a:p>
      </dgm:t>
    </dgm:pt>
    <dgm:pt modelId="{B4EE45A0-7B23-4ED6-93F1-4F1227CEAB5B}" type="sibTrans" cxnId="{2BB20A3F-80DA-403E-8F35-491F205508C4}">
      <dgm:prSet/>
      <dgm:spPr/>
      <dgm:t>
        <a:bodyPr/>
        <a:lstStyle/>
        <a:p>
          <a:endParaRPr lang="bg-BG"/>
        </a:p>
      </dgm:t>
    </dgm:pt>
    <dgm:pt modelId="{AFE09AD7-CC86-42A4-AF3E-AA2A661C96BB}">
      <dgm:prSet/>
      <dgm:spPr/>
      <dgm:t>
        <a:bodyPr/>
        <a:lstStyle/>
        <a:p>
          <a:r>
            <a:rPr lang="bg-BG" b="1" i="0"/>
            <a:t>Раздел 5: Обучение с подкрепление (</a:t>
          </a:r>
          <a:r>
            <a:rPr lang="en-US" b="1" i="0"/>
            <a:t>Reinforcement Learning)</a:t>
          </a:r>
          <a:endParaRPr lang="bg-BG"/>
        </a:p>
      </dgm:t>
    </dgm:pt>
    <dgm:pt modelId="{1DB2AFA4-861E-4747-A88A-7DF278C8A688}" type="parTrans" cxnId="{6A19891E-2624-4226-AC41-60A981D0A625}">
      <dgm:prSet/>
      <dgm:spPr/>
      <dgm:t>
        <a:bodyPr/>
        <a:lstStyle/>
        <a:p>
          <a:endParaRPr lang="bg-BG"/>
        </a:p>
      </dgm:t>
    </dgm:pt>
    <dgm:pt modelId="{D66075B3-9F81-4103-A07A-93D9911E6909}" type="sibTrans" cxnId="{6A19891E-2624-4226-AC41-60A981D0A625}">
      <dgm:prSet/>
      <dgm:spPr/>
      <dgm:t>
        <a:bodyPr/>
        <a:lstStyle/>
        <a:p>
          <a:endParaRPr lang="bg-BG"/>
        </a:p>
      </dgm:t>
    </dgm:pt>
    <dgm:pt modelId="{7B9E3796-ED7D-432C-95C0-F1EFBB34546B}">
      <dgm:prSet/>
      <dgm:spPr/>
      <dgm:t>
        <a:bodyPr/>
        <a:lstStyle/>
        <a:p>
          <a:r>
            <a:rPr lang="en-US" b="0" i="0"/>
            <a:t>5.1 </a:t>
          </a:r>
          <a:r>
            <a:rPr lang="bg-BG" b="0" i="0"/>
            <a:t>Класическо обучение с подкрепление</a:t>
          </a:r>
          <a:endParaRPr lang="bg-BG"/>
        </a:p>
      </dgm:t>
    </dgm:pt>
    <dgm:pt modelId="{D16D7CFB-EEED-461A-8CB5-D3EF7797D763}" type="parTrans" cxnId="{ED1641C5-7BBC-44C8-9E9E-E54176BE1983}">
      <dgm:prSet/>
      <dgm:spPr/>
      <dgm:t>
        <a:bodyPr/>
        <a:lstStyle/>
        <a:p>
          <a:endParaRPr lang="bg-BG"/>
        </a:p>
      </dgm:t>
    </dgm:pt>
    <dgm:pt modelId="{9BFE9CDA-28FB-4935-9A18-BC24C96390D3}" type="sibTrans" cxnId="{ED1641C5-7BBC-44C8-9E9E-E54176BE1983}">
      <dgm:prSet/>
      <dgm:spPr/>
      <dgm:t>
        <a:bodyPr/>
        <a:lstStyle/>
        <a:p>
          <a:endParaRPr lang="bg-BG"/>
        </a:p>
      </dgm:t>
    </dgm:pt>
    <dgm:pt modelId="{F31FE473-FDCB-45E5-A39F-72C2BAB39BA7}">
      <dgm:prSet/>
      <dgm:spPr/>
      <dgm:t>
        <a:bodyPr/>
        <a:lstStyle/>
        <a:p>
          <a:r>
            <a:rPr lang="bg-BG" b="0" i="0"/>
            <a:t>5.2 Дълбоко обучение с подкрепление (</a:t>
          </a:r>
          <a:r>
            <a:rPr lang="en-US" b="0" i="0"/>
            <a:t>Deep RL)</a:t>
          </a:r>
          <a:endParaRPr lang="bg-BG"/>
        </a:p>
      </dgm:t>
    </dgm:pt>
    <dgm:pt modelId="{B9AB4458-84F8-4E31-818E-272B1834521D}" type="parTrans" cxnId="{5C4BF9F8-10BD-47ED-B636-9A255CF5A661}">
      <dgm:prSet/>
      <dgm:spPr/>
      <dgm:t>
        <a:bodyPr/>
        <a:lstStyle/>
        <a:p>
          <a:endParaRPr lang="bg-BG"/>
        </a:p>
      </dgm:t>
    </dgm:pt>
    <dgm:pt modelId="{9B71DCE3-638F-44D2-AF2D-ABEAC77442A9}" type="sibTrans" cxnId="{5C4BF9F8-10BD-47ED-B636-9A255CF5A661}">
      <dgm:prSet/>
      <dgm:spPr/>
      <dgm:t>
        <a:bodyPr/>
        <a:lstStyle/>
        <a:p>
          <a:endParaRPr lang="bg-BG"/>
        </a:p>
      </dgm:t>
    </dgm:pt>
    <dgm:pt modelId="{ECA22754-F9F3-4168-949E-030BC5D756AC}" type="pres">
      <dgm:prSet presAssocID="{B2D10E94-610A-4886-B4D1-6D4BF54239E0}" presName="linear" presStyleCnt="0">
        <dgm:presLayoutVars>
          <dgm:animLvl val="lvl"/>
          <dgm:resizeHandles val="exact"/>
        </dgm:presLayoutVars>
      </dgm:prSet>
      <dgm:spPr/>
    </dgm:pt>
    <dgm:pt modelId="{BF1CB518-A88B-4CC7-A4CD-852E86E2F3D9}" type="pres">
      <dgm:prSet presAssocID="{FD5EF3C8-D42B-4FA9-9ED0-5524DA832DB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81361E0-CF87-40DE-9C46-9F45C53939F9}" type="pres">
      <dgm:prSet presAssocID="{FD5EF3C8-D42B-4FA9-9ED0-5524DA832DB7}" presName="childText" presStyleLbl="revTx" presStyleIdx="0" presStyleCnt="2">
        <dgm:presLayoutVars>
          <dgm:bulletEnabled val="1"/>
        </dgm:presLayoutVars>
      </dgm:prSet>
      <dgm:spPr/>
    </dgm:pt>
    <dgm:pt modelId="{F6C9C8EA-FF0E-4EB6-9C1C-708F3E17F3F5}" type="pres">
      <dgm:prSet presAssocID="{AFE09AD7-CC86-42A4-AF3E-AA2A661C96B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AEB2D13-0CB6-42D2-B442-D527BDB4B90E}" type="pres">
      <dgm:prSet presAssocID="{AFE09AD7-CC86-42A4-AF3E-AA2A661C96B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F53430D-12D6-4FA0-B7A8-C71A05C2341D}" srcId="{FD5EF3C8-D42B-4FA9-9ED0-5524DA832DB7}" destId="{CA002922-C837-4695-9928-37C7B436BE19}" srcOrd="0" destOrd="0" parTransId="{B9036EDD-16C2-489D-9EBF-EA1E5E200C56}" sibTransId="{E5116487-8F8F-4E5E-AF97-9A95F6BD8B9F}"/>
    <dgm:cxn modelId="{6A19891E-2624-4226-AC41-60A981D0A625}" srcId="{B2D10E94-610A-4886-B4D1-6D4BF54239E0}" destId="{AFE09AD7-CC86-42A4-AF3E-AA2A661C96BB}" srcOrd="1" destOrd="0" parTransId="{1DB2AFA4-861E-4747-A88A-7DF278C8A688}" sibTransId="{D66075B3-9F81-4103-A07A-93D9911E6909}"/>
    <dgm:cxn modelId="{BFABF02F-81F2-4DD4-B042-1E666262B2C5}" type="presOf" srcId="{3AED02F3-1A06-48FA-883C-BB204DBD6B93}" destId="{381361E0-CF87-40DE-9C46-9F45C53939F9}" srcOrd="0" destOrd="2" presId="urn:microsoft.com/office/officeart/2005/8/layout/vList2"/>
    <dgm:cxn modelId="{98E60639-5898-4570-A162-A7FA35CC46A1}" type="presOf" srcId="{F31FE473-FDCB-45E5-A39F-72C2BAB39BA7}" destId="{5AEB2D13-0CB6-42D2-B442-D527BDB4B90E}" srcOrd="0" destOrd="1" presId="urn:microsoft.com/office/officeart/2005/8/layout/vList2"/>
    <dgm:cxn modelId="{9F2F243C-1D5D-4762-90A5-6307A2BD7889}" type="presOf" srcId="{0397A8E2-FEF5-444A-99F3-89EDA1075662}" destId="{381361E0-CF87-40DE-9C46-9F45C53939F9}" srcOrd="0" destOrd="3" presId="urn:microsoft.com/office/officeart/2005/8/layout/vList2"/>
    <dgm:cxn modelId="{B46DAB3C-2A1D-49E7-9027-B2360AD027C1}" srcId="{B2D10E94-610A-4886-B4D1-6D4BF54239E0}" destId="{FD5EF3C8-D42B-4FA9-9ED0-5524DA832DB7}" srcOrd="0" destOrd="0" parTransId="{FB1B3316-8BD9-4D46-B984-06CE017E084B}" sibTransId="{95643AC4-F8DB-432D-894E-0C23DA62C8D3}"/>
    <dgm:cxn modelId="{2BB20A3F-80DA-403E-8F35-491F205508C4}" srcId="{FD5EF3C8-D42B-4FA9-9ED0-5524DA832DB7}" destId="{0397A8E2-FEF5-444A-99F3-89EDA1075662}" srcOrd="3" destOrd="0" parTransId="{3B9BDD7B-BD0A-44FC-BF42-0B505FFE512F}" sibTransId="{B4EE45A0-7B23-4ED6-93F1-4F1227CEAB5B}"/>
    <dgm:cxn modelId="{47F1935C-2D03-4725-9A12-0FD771B72BCB}" srcId="{FD5EF3C8-D42B-4FA9-9ED0-5524DA832DB7}" destId="{3AED02F3-1A06-48FA-883C-BB204DBD6B93}" srcOrd="2" destOrd="0" parTransId="{61909332-1905-46C4-A826-497CE182FF71}" sibTransId="{9B58B9FF-89F6-414B-9B1E-1CF8E213BA0B}"/>
    <dgm:cxn modelId="{1F524B7F-D98E-4432-BC14-A6B6B77F8C86}" type="presOf" srcId="{B2D10E94-610A-4886-B4D1-6D4BF54239E0}" destId="{ECA22754-F9F3-4168-949E-030BC5D756AC}" srcOrd="0" destOrd="0" presId="urn:microsoft.com/office/officeart/2005/8/layout/vList2"/>
    <dgm:cxn modelId="{A0488C8C-4031-453A-8280-E0F14780B9CB}" type="presOf" srcId="{AFE09AD7-CC86-42A4-AF3E-AA2A661C96BB}" destId="{F6C9C8EA-FF0E-4EB6-9C1C-708F3E17F3F5}" srcOrd="0" destOrd="0" presId="urn:microsoft.com/office/officeart/2005/8/layout/vList2"/>
    <dgm:cxn modelId="{D4FCA598-6030-4E97-AC48-9B9C10932A80}" srcId="{FD5EF3C8-D42B-4FA9-9ED0-5524DA832DB7}" destId="{AD4EDCDC-005F-479C-B89C-5ED05277ACB7}" srcOrd="1" destOrd="0" parTransId="{AEE2A00F-9FA0-414B-BADB-B4C4E8348806}" sibTransId="{186A96B6-1A10-4269-B79C-500A8577FF8B}"/>
    <dgm:cxn modelId="{6D4285BB-5EB0-466E-B9A4-B728315055DA}" type="presOf" srcId="{7B9E3796-ED7D-432C-95C0-F1EFBB34546B}" destId="{5AEB2D13-0CB6-42D2-B442-D527BDB4B90E}" srcOrd="0" destOrd="0" presId="urn:microsoft.com/office/officeart/2005/8/layout/vList2"/>
    <dgm:cxn modelId="{ED1641C5-7BBC-44C8-9E9E-E54176BE1983}" srcId="{AFE09AD7-CC86-42A4-AF3E-AA2A661C96BB}" destId="{7B9E3796-ED7D-432C-95C0-F1EFBB34546B}" srcOrd="0" destOrd="0" parTransId="{D16D7CFB-EEED-461A-8CB5-D3EF7797D763}" sibTransId="{9BFE9CDA-28FB-4935-9A18-BC24C96390D3}"/>
    <dgm:cxn modelId="{13C02AF1-FB7D-4471-ADE2-3A26A82FF790}" type="presOf" srcId="{CA002922-C837-4695-9928-37C7B436BE19}" destId="{381361E0-CF87-40DE-9C46-9F45C53939F9}" srcOrd="0" destOrd="0" presId="urn:microsoft.com/office/officeart/2005/8/layout/vList2"/>
    <dgm:cxn modelId="{3060FEF1-F6B3-46B5-9925-DB1883BE4A4B}" type="presOf" srcId="{AD4EDCDC-005F-479C-B89C-5ED05277ACB7}" destId="{381361E0-CF87-40DE-9C46-9F45C53939F9}" srcOrd="0" destOrd="1" presId="urn:microsoft.com/office/officeart/2005/8/layout/vList2"/>
    <dgm:cxn modelId="{5C4BF9F8-10BD-47ED-B636-9A255CF5A661}" srcId="{AFE09AD7-CC86-42A4-AF3E-AA2A661C96BB}" destId="{F31FE473-FDCB-45E5-A39F-72C2BAB39BA7}" srcOrd="1" destOrd="0" parTransId="{B9AB4458-84F8-4E31-818E-272B1834521D}" sibTransId="{9B71DCE3-638F-44D2-AF2D-ABEAC77442A9}"/>
    <dgm:cxn modelId="{CA7D16FC-1DDC-433E-A403-F2011155E7E5}" type="presOf" srcId="{FD5EF3C8-D42B-4FA9-9ED0-5524DA832DB7}" destId="{BF1CB518-A88B-4CC7-A4CD-852E86E2F3D9}" srcOrd="0" destOrd="0" presId="urn:microsoft.com/office/officeart/2005/8/layout/vList2"/>
    <dgm:cxn modelId="{9506C9CD-5D89-4CAE-9429-AD0D7FCA59F8}" type="presParOf" srcId="{ECA22754-F9F3-4168-949E-030BC5D756AC}" destId="{BF1CB518-A88B-4CC7-A4CD-852E86E2F3D9}" srcOrd="0" destOrd="0" presId="urn:microsoft.com/office/officeart/2005/8/layout/vList2"/>
    <dgm:cxn modelId="{BFE35B6B-912C-493F-9DF7-A30E41B7631D}" type="presParOf" srcId="{ECA22754-F9F3-4168-949E-030BC5D756AC}" destId="{381361E0-CF87-40DE-9C46-9F45C53939F9}" srcOrd="1" destOrd="0" presId="urn:microsoft.com/office/officeart/2005/8/layout/vList2"/>
    <dgm:cxn modelId="{D69A0958-4D1B-4118-B56F-D7497D4C6172}" type="presParOf" srcId="{ECA22754-F9F3-4168-949E-030BC5D756AC}" destId="{F6C9C8EA-FF0E-4EB6-9C1C-708F3E17F3F5}" srcOrd="2" destOrd="0" presId="urn:microsoft.com/office/officeart/2005/8/layout/vList2"/>
    <dgm:cxn modelId="{4C43243D-264A-47AC-97CF-2901F56644A9}" type="presParOf" srcId="{ECA22754-F9F3-4168-949E-030BC5D756AC}" destId="{5AEB2D13-0CB6-42D2-B442-D527BDB4B90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A4705D-23DA-48BD-9AD8-657BD9D7D1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bg-BG"/>
        </a:p>
      </dgm:t>
    </dgm:pt>
    <dgm:pt modelId="{56C5B216-C5E1-44B1-B6C8-16D2E5C10B98}">
      <dgm:prSet/>
      <dgm:spPr/>
      <dgm:t>
        <a:bodyPr/>
        <a:lstStyle/>
        <a:p>
          <a:r>
            <a:rPr lang="bg-BG" b="1" i="0"/>
            <a:t>Раздел 6: Други меки изчислителни методи</a:t>
          </a:r>
          <a:endParaRPr lang="bg-BG"/>
        </a:p>
      </dgm:t>
    </dgm:pt>
    <dgm:pt modelId="{F06FE1FA-1973-429E-8ACF-3B2E2C877744}" type="parTrans" cxnId="{645B9DC3-6971-4502-85E1-B90DC28EF03C}">
      <dgm:prSet/>
      <dgm:spPr/>
      <dgm:t>
        <a:bodyPr/>
        <a:lstStyle/>
        <a:p>
          <a:endParaRPr lang="bg-BG"/>
        </a:p>
      </dgm:t>
    </dgm:pt>
    <dgm:pt modelId="{A20FD26F-2CC6-4F16-BD24-813D6441F5DB}" type="sibTrans" cxnId="{645B9DC3-6971-4502-85E1-B90DC28EF03C}">
      <dgm:prSet/>
      <dgm:spPr/>
      <dgm:t>
        <a:bodyPr/>
        <a:lstStyle/>
        <a:p>
          <a:endParaRPr lang="bg-BG"/>
        </a:p>
      </dgm:t>
    </dgm:pt>
    <dgm:pt modelId="{CFC180CE-B547-4A98-8E19-0EDBD983F1C4}">
      <dgm:prSet/>
      <dgm:spPr/>
      <dgm:t>
        <a:bodyPr/>
        <a:lstStyle/>
        <a:p>
          <a:r>
            <a:rPr lang="bg-BG" b="0" i="0"/>
            <a:t>6.1 Генетични алгоритми (биологични основи, оператори, селекция, параметри)</a:t>
          </a:r>
          <a:endParaRPr lang="bg-BG"/>
        </a:p>
      </dgm:t>
    </dgm:pt>
    <dgm:pt modelId="{9368FF7C-831A-4E10-9AF2-47A3F91F8532}" type="parTrans" cxnId="{92A85040-FC55-4241-B403-497E36025FDD}">
      <dgm:prSet/>
      <dgm:spPr/>
      <dgm:t>
        <a:bodyPr/>
        <a:lstStyle/>
        <a:p>
          <a:endParaRPr lang="bg-BG"/>
        </a:p>
      </dgm:t>
    </dgm:pt>
    <dgm:pt modelId="{0E4470C5-E839-4014-91B1-80808EC642F8}" type="sibTrans" cxnId="{92A85040-FC55-4241-B403-497E36025FDD}">
      <dgm:prSet/>
      <dgm:spPr/>
      <dgm:t>
        <a:bodyPr/>
        <a:lstStyle/>
        <a:p>
          <a:endParaRPr lang="bg-BG"/>
        </a:p>
      </dgm:t>
    </dgm:pt>
    <dgm:pt modelId="{EA82B03F-3051-43B0-B368-C1B84F099820}">
      <dgm:prSet/>
      <dgm:spPr/>
      <dgm:t>
        <a:bodyPr/>
        <a:lstStyle/>
        <a:p>
          <a:r>
            <a:rPr lang="bg-BG" b="0" i="0"/>
            <a:t>6.2 Размити множества (</a:t>
          </a:r>
          <a:r>
            <a:rPr lang="en-US" b="0" i="0"/>
            <a:t>Fuzzy Sets)</a:t>
          </a:r>
          <a:endParaRPr lang="bg-BG"/>
        </a:p>
      </dgm:t>
    </dgm:pt>
    <dgm:pt modelId="{0412B0B6-119F-4998-A893-7AFED40A3FB7}" type="parTrans" cxnId="{9AB09347-7B76-47A9-B65F-5480257E1720}">
      <dgm:prSet/>
      <dgm:spPr/>
      <dgm:t>
        <a:bodyPr/>
        <a:lstStyle/>
        <a:p>
          <a:endParaRPr lang="bg-BG"/>
        </a:p>
      </dgm:t>
    </dgm:pt>
    <dgm:pt modelId="{052107CD-1607-440F-BE17-4A541435B683}" type="sibTrans" cxnId="{9AB09347-7B76-47A9-B65F-5480257E1720}">
      <dgm:prSet/>
      <dgm:spPr/>
      <dgm:t>
        <a:bodyPr/>
        <a:lstStyle/>
        <a:p>
          <a:endParaRPr lang="bg-BG"/>
        </a:p>
      </dgm:t>
    </dgm:pt>
    <dgm:pt modelId="{75D39FAE-9EE7-4762-858C-8C76326F9C88}">
      <dgm:prSet/>
      <dgm:spPr/>
      <dgm:t>
        <a:bodyPr/>
        <a:lstStyle/>
        <a:p>
          <a:r>
            <a:rPr lang="en-US" b="0" i="0"/>
            <a:t>6.3 </a:t>
          </a:r>
          <a:r>
            <a:rPr lang="bg-BG" b="0" i="0"/>
            <a:t>Вероятностни мрежи (Бейс, Демпстър-Шафър)</a:t>
          </a:r>
          <a:endParaRPr lang="bg-BG"/>
        </a:p>
      </dgm:t>
    </dgm:pt>
    <dgm:pt modelId="{45239D66-BF8E-4FAF-9531-AC9DED178C5A}" type="parTrans" cxnId="{6FDE00F5-E6C0-4E29-8DE8-0CF6ECD356AB}">
      <dgm:prSet/>
      <dgm:spPr/>
      <dgm:t>
        <a:bodyPr/>
        <a:lstStyle/>
        <a:p>
          <a:endParaRPr lang="bg-BG"/>
        </a:p>
      </dgm:t>
    </dgm:pt>
    <dgm:pt modelId="{DC1F80E0-FBBD-466B-8146-9928DBB14E07}" type="sibTrans" cxnId="{6FDE00F5-E6C0-4E29-8DE8-0CF6ECD356AB}">
      <dgm:prSet/>
      <dgm:spPr/>
      <dgm:t>
        <a:bodyPr/>
        <a:lstStyle/>
        <a:p>
          <a:endParaRPr lang="bg-BG"/>
        </a:p>
      </dgm:t>
    </dgm:pt>
    <dgm:pt modelId="{958D87BB-3611-4697-BEAD-52451EB34724}">
      <dgm:prSet/>
      <dgm:spPr/>
      <dgm:t>
        <a:bodyPr/>
        <a:lstStyle/>
        <a:p>
          <a:r>
            <a:rPr lang="bg-BG" b="1" i="0"/>
            <a:t>Раздел 7: Синергизми и съвременни хибридни подходи</a:t>
          </a:r>
          <a:endParaRPr lang="bg-BG"/>
        </a:p>
      </dgm:t>
    </dgm:pt>
    <dgm:pt modelId="{604DEED9-31FD-4DB6-9A02-E395C25DDAC8}" type="parTrans" cxnId="{AB82A34B-8C3A-4466-8110-E769AA406392}">
      <dgm:prSet/>
      <dgm:spPr/>
      <dgm:t>
        <a:bodyPr/>
        <a:lstStyle/>
        <a:p>
          <a:endParaRPr lang="bg-BG"/>
        </a:p>
      </dgm:t>
    </dgm:pt>
    <dgm:pt modelId="{807A32C3-5341-4376-A943-A3AE6FDD217B}" type="sibTrans" cxnId="{AB82A34B-8C3A-4466-8110-E769AA406392}">
      <dgm:prSet/>
      <dgm:spPr/>
      <dgm:t>
        <a:bodyPr/>
        <a:lstStyle/>
        <a:p>
          <a:endParaRPr lang="bg-BG"/>
        </a:p>
      </dgm:t>
    </dgm:pt>
    <dgm:pt modelId="{45C699E9-5713-40AA-B3E3-7643FCC941B6}">
      <dgm:prSet/>
      <dgm:spPr/>
      <dgm:t>
        <a:bodyPr/>
        <a:lstStyle/>
        <a:p>
          <a:r>
            <a:rPr lang="bg-BG" b="0" i="0"/>
            <a:t>7.1 Класически синергизми (</a:t>
          </a:r>
          <a:r>
            <a:rPr lang="en-US" b="0" i="0"/>
            <a:t>Neurofuzzy, GA+NN, Fuzzy+GA)</a:t>
          </a:r>
          <a:endParaRPr lang="bg-BG"/>
        </a:p>
      </dgm:t>
    </dgm:pt>
    <dgm:pt modelId="{7EE5CF1C-706D-462C-BDA7-D84102946303}" type="parTrans" cxnId="{982A91EB-1955-42D6-B973-8AC245E095DE}">
      <dgm:prSet/>
      <dgm:spPr/>
      <dgm:t>
        <a:bodyPr/>
        <a:lstStyle/>
        <a:p>
          <a:endParaRPr lang="bg-BG"/>
        </a:p>
      </dgm:t>
    </dgm:pt>
    <dgm:pt modelId="{BC655D0B-5DA9-4330-8B33-12DBAD458DAE}" type="sibTrans" cxnId="{982A91EB-1955-42D6-B973-8AC245E095DE}">
      <dgm:prSet/>
      <dgm:spPr/>
      <dgm:t>
        <a:bodyPr/>
        <a:lstStyle/>
        <a:p>
          <a:endParaRPr lang="bg-BG"/>
        </a:p>
      </dgm:t>
    </dgm:pt>
    <dgm:pt modelId="{4B71E96D-CF16-4FBF-AE66-A00765A91AA8}">
      <dgm:prSet/>
      <dgm:spPr/>
      <dgm:t>
        <a:bodyPr/>
        <a:lstStyle/>
        <a:p>
          <a:r>
            <a:rPr lang="en-US" b="0" i="0"/>
            <a:t>7.2 </a:t>
          </a:r>
          <a:r>
            <a:rPr lang="bg-BG" b="0" i="0"/>
            <a:t>Съвременни синергизми (</a:t>
          </a:r>
          <a:r>
            <a:rPr lang="en-US" b="0" i="0"/>
            <a:t>Neuroevolution, GA </a:t>
          </a:r>
          <a:r>
            <a:rPr lang="bg-BG" b="0" i="0"/>
            <a:t>за търсене на архитектури)</a:t>
          </a:r>
          <a:endParaRPr lang="bg-BG"/>
        </a:p>
      </dgm:t>
    </dgm:pt>
    <dgm:pt modelId="{F3B1EF46-2C25-43E9-ABF1-714361AA5353}" type="parTrans" cxnId="{3CD334A0-57F8-49AE-B02C-2AB61FF707E9}">
      <dgm:prSet/>
      <dgm:spPr/>
      <dgm:t>
        <a:bodyPr/>
        <a:lstStyle/>
        <a:p>
          <a:endParaRPr lang="bg-BG"/>
        </a:p>
      </dgm:t>
    </dgm:pt>
    <dgm:pt modelId="{438AF99F-F65D-42D1-973E-179C96817C42}" type="sibTrans" cxnId="{3CD334A0-57F8-49AE-B02C-2AB61FF707E9}">
      <dgm:prSet/>
      <dgm:spPr/>
      <dgm:t>
        <a:bodyPr/>
        <a:lstStyle/>
        <a:p>
          <a:endParaRPr lang="bg-BG"/>
        </a:p>
      </dgm:t>
    </dgm:pt>
    <dgm:pt modelId="{5F7E9E6F-12F0-492E-BDAB-2CAB54B02863}" type="pres">
      <dgm:prSet presAssocID="{13A4705D-23DA-48BD-9AD8-657BD9D7D1FA}" presName="linear" presStyleCnt="0">
        <dgm:presLayoutVars>
          <dgm:animLvl val="lvl"/>
          <dgm:resizeHandles val="exact"/>
        </dgm:presLayoutVars>
      </dgm:prSet>
      <dgm:spPr/>
    </dgm:pt>
    <dgm:pt modelId="{F66E5FF8-3E7F-40C9-8201-22F75B1F7DA0}" type="pres">
      <dgm:prSet presAssocID="{56C5B216-C5E1-44B1-B6C8-16D2E5C10B9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4971AB-048D-436E-9D2D-889B21CBCD10}" type="pres">
      <dgm:prSet presAssocID="{56C5B216-C5E1-44B1-B6C8-16D2E5C10B98}" presName="childText" presStyleLbl="revTx" presStyleIdx="0" presStyleCnt="2">
        <dgm:presLayoutVars>
          <dgm:bulletEnabled val="1"/>
        </dgm:presLayoutVars>
      </dgm:prSet>
      <dgm:spPr/>
    </dgm:pt>
    <dgm:pt modelId="{A62D40A5-B557-420D-96A3-10CDCC4E5EE3}" type="pres">
      <dgm:prSet presAssocID="{958D87BB-3611-4697-BEAD-52451EB3472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D1C895E-3951-43DF-A738-DFB7EDC0597E}" type="pres">
      <dgm:prSet presAssocID="{958D87BB-3611-4697-BEAD-52451EB3472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FBD8322-A8DF-488B-9C57-39F7C9BC3FD4}" type="presOf" srcId="{75D39FAE-9EE7-4762-858C-8C76326F9C88}" destId="{054971AB-048D-436E-9D2D-889B21CBCD10}" srcOrd="0" destOrd="2" presId="urn:microsoft.com/office/officeart/2005/8/layout/vList2"/>
    <dgm:cxn modelId="{50319831-F073-47EC-AA3B-136760F8A752}" type="presOf" srcId="{13A4705D-23DA-48BD-9AD8-657BD9D7D1FA}" destId="{5F7E9E6F-12F0-492E-BDAB-2CAB54B02863}" srcOrd="0" destOrd="0" presId="urn:microsoft.com/office/officeart/2005/8/layout/vList2"/>
    <dgm:cxn modelId="{92A85040-FC55-4241-B403-497E36025FDD}" srcId="{56C5B216-C5E1-44B1-B6C8-16D2E5C10B98}" destId="{CFC180CE-B547-4A98-8E19-0EDBD983F1C4}" srcOrd="0" destOrd="0" parTransId="{9368FF7C-831A-4E10-9AF2-47A3F91F8532}" sibTransId="{0E4470C5-E839-4014-91B1-80808EC642F8}"/>
    <dgm:cxn modelId="{20539865-A0E6-4D55-8107-C26BA10E9CD9}" type="presOf" srcId="{56C5B216-C5E1-44B1-B6C8-16D2E5C10B98}" destId="{F66E5FF8-3E7F-40C9-8201-22F75B1F7DA0}" srcOrd="0" destOrd="0" presId="urn:microsoft.com/office/officeart/2005/8/layout/vList2"/>
    <dgm:cxn modelId="{9AB09347-7B76-47A9-B65F-5480257E1720}" srcId="{56C5B216-C5E1-44B1-B6C8-16D2E5C10B98}" destId="{EA82B03F-3051-43B0-B368-C1B84F099820}" srcOrd="1" destOrd="0" parTransId="{0412B0B6-119F-4998-A893-7AFED40A3FB7}" sibTransId="{052107CD-1607-440F-BE17-4A541435B683}"/>
    <dgm:cxn modelId="{AB82A34B-8C3A-4466-8110-E769AA406392}" srcId="{13A4705D-23DA-48BD-9AD8-657BD9D7D1FA}" destId="{958D87BB-3611-4697-BEAD-52451EB34724}" srcOrd="1" destOrd="0" parTransId="{604DEED9-31FD-4DB6-9A02-E395C25DDAC8}" sibTransId="{807A32C3-5341-4376-A943-A3AE6FDD217B}"/>
    <dgm:cxn modelId="{5F4E1171-BAEE-48D6-B58D-131E2B5FFFB9}" type="presOf" srcId="{4B71E96D-CF16-4FBF-AE66-A00765A91AA8}" destId="{FD1C895E-3951-43DF-A738-DFB7EDC0597E}" srcOrd="0" destOrd="1" presId="urn:microsoft.com/office/officeart/2005/8/layout/vList2"/>
    <dgm:cxn modelId="{FD10C097-F390-4785-AB37-D0E56670DB24}" type="presOf" srcId="{45C699E9-5713-40AA-B3E3-7643FCC941B6}" destId="{FD1C895E-3951-43DF-A738-DFB7EDC0597E}" srcOrd="0" destOrd="0" presId="urn:microsoft.com/office/officeart/2005/8/layout/vList2"/>
    <dgm:cxn modelId="{3CD334A0-57F8-49AE-B02C-2AB61FF707E9}" srcId="{958D87BB-3611-4697-BEAD-52451EB34724}" destId="{4B71E96D-CF16-4FBF-AE66-A00765A91AA8}" srcOrd="1" destOrd="0" parTransId="{F3B1EF46-2C25-43E9-ABF1-714361AA5353}" sibTransId="{438AF99F-F65D-42D1-973E-179C96817C42}"/>
    <dgm:cxn modelId="{D6C13EB2-44CF-4C84-A2CB-EA4D3E83A11F}" type="presOf" srcId="{EA82B03F-3051-43B0-B368-C1B84F099820}" destId="{054971AB-048D-436E-9D2D-889B21CBCD10}" srcOrd="0" destOrd="1" presId="urn:microsoft.com/office/officeart/2005/8/layout/vList2"/>
    <dgm:cxn modelId="{645B9DC3-6971-4502-85E1-B90DC28EF03C}" srcId="{13A4705D-23DA-48BD-9AD8-657BD9D7D1FA}" destId="{56C5B216-C5E1-44B1-B6C8-16D2E5C10B98}" srcOrd="0" destOrd="0" parTransId="{F06FE1FA-1973-429E-8ACF-3B2E2C877744}" sibTransId="{A20FD26F-2CC6-4F16-BD24-813D6441F5DB}"/>
    <dgm:cxn modelId="{B53C28D2-9EFA-4F02-B868-03DC106ED3B4}" type="presOf" srcId="{CFC180CE-B547-4A98-8E19-0EDBD983F1C4}" destId="{054971AB-048D-436E-9D2D-889B21CBCD10}" srcOrd="0" destOrd="0" presId="urn:microsoft.com/office/officeart/2005/8/layout/vList2"/>
    <dgm:cxn modelId="{982A91EB-1955-42D6-B973-8AC245E095DE}" srcId="{958D87BB-3611-4697-BEAD-52451EB34724}" destId="{45C699E9-5713-40AA-B3E3-7643FCC941B6}" srcOrd="0" destOrd="0" parTransId="{7EE5CF1C-706D-462C-BDA7-D84102946303}" sibTransId="{BC655D0B-5DA9-4330-8B33-12DBAD458DAE}"/>
    <dgm:cxn modelId="{6FDE00F5-E6C0-4E29-8DE8-0CF6ECD356AB}" srcId="{56C5B216-C5E1-44B1-B6C8-16D2E5C10B98}" destId="{75D39FAE-9EE7-4762-858C-8C76326F9C88}" srcOrd="2" destOrd="0" parTransId="{45239D66-BF8E-4FAF-9531-AC9DED178C5A}" sibTransId="{DC1F80E0-FBBD-466B-8146-9928DBB14E07}"/>
    <dgm:cxn modelId="{EE9771FE-AF12-457A-B7B1-8E976AF5B704}" type="presOf" srcId="{958D87BB-3611-4697-BEAD-52451EB34724}" destId="{A62D40A5-B557-420D-96A3-10CDCC4E5EE3}" srcOrd="0" destOrd="0" presId="urn:microsoft.com/office/officeart/2005/8/layout/vList2"/>
    <dgm:cxn modelId="{C135E1DF-680B-47AB-964C-5972B74D5B3A}" type="presParOf" srcId="{5F7E9E6F-12F0-492E-BDAB-2CAB54B02863}" destId="{F66E5FF8-3E7F-40C9-8201-22F75B1F7DA0}" srcOrd="0" destOrd="0" presId="urn:microsoft.com/office/officeart/2005/8/layout/vList2"/>
    <dgm:cxn modelId="{9BCA1C3F-7696-42D5-A4AB-693FF54AF639}" type="presParOf" srcId="{5F7E9E6F-12F0-492E-BDAB-2CAB54B02863}" destId="{054971AB-048D-436E-9D2D-889B21CBCD10}" srcOrd="1" destOrd="0" presId="urn:microsoft.com/office/officeart/2005/8/layout/vList2"/>
    <dgm:cxn modelId="{7E551EBF-93E2-4BF4-A621-393C6F2EB8E7}" type="presParOf" srcId="{5F7E9E6F-12F0-492E-BDAB-2CAB54B02863}" destId="{A62D40A5-B557-420D-96A3-10CDCC4E5EE3}" srcOrd="2" destOrd="0" presId="urn:microsoft.com/office/officeart/2005/8/layout/vList2"/>
    <dgm:cxn modelId="{7EEBDA99-823D-4311-8337-5CB8B3850AAB}" type="presParOf" srcId="{5F7E9E6F-12F0-492E-BDAB-2CAB54B02863}" destId="{FD1C895E-3951-43DF-A738-DFB7EDC0597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F42602-424A-43B7-8911-A68CF67650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bg-BG"/>
        </a:p>
      </dgm:t>
    </dgm:pt>
    <dgm:pt modelId="{877DD2C2-5744-49E5-B73E-7895E70BEEDE}">
      <dgm:prSet/>
      <dgm:spPr/>
      <dgm:t>
        <a:bodyPr/>
        <a:lstStyle/>
        <a:p>
          <a:r>
            <a:rPr lang="bg-BG" b="1" i="0"/>
            <a:t>Раздел 8: Разпределени и мащабируеми системи</a:t>
          </a:r>
          <a:endParaRPr lang="bg-BG"/>
        </a:p>
      </dgm:t>
    </dgm:pt>
    <dgm:pt modelId="{791E5FAB-63CE-494F-BC37-EF14B9A27268}" type="parTrans" cxnId="{9E22A22A-1B6B-4867-9E15-B43B84EAEAF6}">
      <dgm:prSet/>
      <dgm:spPr/>
      <dgm:t>
        <a:bodyPr/>
        <a:lstStyle/>
        <a:p>
          <a:endParaRPr lang="bg-BG"/>
        </a:p>
      </dgm:t>
    </dgm:pt>
    <dgm:pt modelId="{D498E381-C490-4D41-83A2-2A13E0FE4475}" type="sibTrans" cxnId="{9E22A22A-1B6B-4867-9E15-B43B84EAEAF6}">
      <dgm:prSet/>
      <dgm:spPr/>
      <dgm:t>
        <a:bodyPr/>
        <a:lstStyle/>
        <a:p>
          <a:endParaRPr lang="bg-BG"/>
        </a:p>
      </dgm:t>
    </dgm:pt>
    <dgm:pt modelId="{FB132051-38A6-4BA2-87C9-2366F7CE5874}">
      <dgm:prSet/>
      <dgm:spPr/>
      <dgm:t>
        <a:bodyPr/>
        <a:lstStyle/>
        <a:p>
          <a:r>
            <a:rPr lang="bg-BG" b="0" i="0"/>
            <a:t>8.1 Разпределени невронни мрежи (</a:t>
          </a:r>
          <a:r>
            <a:rPr lang="en-US" b="0" i="0"/>
            <a:t>Distributed Neural Networks)</a:t>
          </a:r>
          <a:endParaRPr lang="bg-BG"/>
        </a:p>
      </dgm:t>
    </dgm:pt>
    <dgm:pt modelId="{AAB3587C-7F77-4FC2-A6A3-A7D4512BAF9C}" type="parTrans" cxnId="{FC8AE281-1312-4F60-B0B8-830887E7322F}">
      <dgm:prSet/>
      <dgm:spPr/>
      <dgm:t>
        <a:bodyPr/>
        <a:lstStyle/>
        <a:p>
          <a:endParaRPr lang="bg-BG"/>
        </a:p>
      </dgm:t>
    </dgm:pt>
    <dgm:pt modelId="{B7A1AFD8-4BA9-47A2-9741-1E8AB19EE22F}" type="sibTrans" cxnId="{FC8AE281-1312-4F60-B0B8-830887E7322F}">
      <dgm:prSet/>
      <dgm:spPr/>
      <dgm:t>
        <a:bodyPr/>
        <a:lstStyle/>
        <a:p>
          <a:endParaRPr lang="bg-BG"/>
        </a:p>
      </dgm:t>
    </dgm:pt>
    <dgm:pt modelId="{DCA6587B-E626-41A1-ABC0-D8C69875403C}">
      <dgm:prSet/>
      <dgm:spPr/>
      <dgm:t>
        <a:bodyPr/>
        <a:lstStyle/>
        <a:p>
          <a:r>
            <a:rPr lang="en-US" b="0" i="0"/>
            <a:t>8.2 </a:t>
          </a:r>
          <a:r>
            <a:rPr lang="bg-BG" b="0" i="0"/>
            <a:t>Паралелизация на обучението (</a:t>
          </a:r>
          <a:r>
            <a:rPr lang="en-US" b="0" i="0"/>
            <a:t>data parallelism, model parallelism)</a:t>
          </a:r>
          <a:endParaRPr lang="bg-BG"/>
        </a:p>
      </dgm:t>
    </dgm:pt>
    <dgm:pt modelId="{F09482AC-C3B0-4A43-A498-13547B281437}" type="parTrans" cxnId="{FBAD5102-E075-40C3-971D-9AF3A38B81A1}">
      <dgm:prSet/>
      <dgm:spPr/>
      <dgm:t>
        <a:bodyPr/>
        <a:lstStyle/>
        <a:p>
          <a:endParaRPr lang="bg-BG"/>
        </a:p>
      </dgm:t>
    </dgm:pt>
    <dgm:pt modelId="{4E15EF51-F3CC-4E85-BBF3-BCE81DB65DFE}" type="sibTrans" cxnId="{FBAD5102-E075-40C3-971D-9AF3A38B81A1}">
      <dgm:prSet/>
      <dgm:spPr/>
      <dgm:t>
        <a:bodyPr/>
        <a:lstStyle/>
        <a:p>
          <a:endParaRPr lang="bg-BG"/>
        </a:p>
      </dgm:t>
    </dgm:pt>
    <dgm:pt modelId="{0E79A8F2-3574-446B-A439-8902A1463E14}">
      <dgm:prSet/>
      <dgm:spPr/>
      <dgm:t>
        <a:bodyPr/>
        <a:lstStyle/>
        <a:p>
          <a:r>
            <a:rPr lang="en-US" b="0" i="0"/>
            <a:t>8.3 Federated Learning </a:t>
          </a:r>
          <a:r>
            <a:rPr lang="bg-BG" b="0" i="0"/>
            <a:t>и децентрализирано обучение</a:t>
          </a:r>
          <a:endParaRPr lang="bg-BG"/>
        </a:p>
      </dgm:t>
    </dgm:pt>
    <dgm:pt modelId="{920117A1-0BAE-4D0F-B8B1-39FD63FFE728}" type="parTrans" cxnId="{35D009C3-0F9E-4290-941C-5BC830E36072}">
      <dgm:prSet/>
      <dgm:spPr/>
      <dgm:t>
        <a:bodyPr/>
        <a:lstStyle/>
        <a:p>
          <a:endParaRPr lang="bg-BG"/>
        </a:p>
      </dgm:t>
    </dgm:pt>
    <dgm:pt modelId="{89D2317A-A1C8-4B3D-9AFB-AB15CE3F2095}" type="sibTrans" cxnId="{35D009C3-0F9E-4290-941C-5BC830E36072}">
      <dgm:prSet/>
      <dgm:spPr/>
      <dgm:t>
        <a:bodyPr/>
        <a:lstStyle/>
        <a:p>
          <a:endParaRPr lang="bg-BG"/>
        </a:p>
      </dgm:t>
    </dgm:pt>
    <dgm:pt modelId="{5B43EC78-5241-427A-94A1-5C22D7C2CBE4}">
      <dgm:prSet/>
      <dgm:spPr/>
      <dgm:t>
        <a:bodyPr/>
        <a:lstStyle/>
        <a:p>
          <a:r>
            <a:rPr lang="bg-BG" b="1" i="0"/>
            <a:t>Раздел 9: Модерни техники и приложения</a:t>
          </a:r>
          <a:endParaRPr lang="bg-BG"/>
        </a:p>
      </dgm:t>
    </dgm:pt>
    <dgm:pt modelId="{2B1A3292-6383-48BB-90D2-3DC43915FD45}" type="parTrans" cxnId="{FB1D2FCE-CBD9-4A5E-8F7B-EC8A0A8FE336}">
      <dgm:prSet/>
      <dgm:spPr/>
      <dgm:t>
        <a:bodyPr/>
        <a:lstStyle/>
        <a:p>
          <a:endParaRPr lang="bg-BG"/>
        </a:p>
      </dgm:t>
    </dgm:pt>
    <dgm:pt modelId="{96B710C9-47A2-4336-AC9C-6D8D7FDACFB1}" type="sibTrans" cxnId="{FB1D2FCE-CBD9-4A5E-8F7B-EC8A0A8FE336}">
      <dgm:prSet/>
      <dgm:spPr/>
      <dgm:t>
        <a:bodyPr/>
        <a:lstStyle/>
        <a:p>
          <a:endParaRPr lang="bg-BG"/>
        </a:p>
      </dgm:t>
    </dgm:pt>
    <dgm:pt modelId="{4934CE22-9DEA-41A0-A4C6-CEBD580DE892}">
      <dgm:prSet/>
      <dgm:spPr/>
      <dgm:t>
        <a:bodyPr/>
        <a:lstStyle/>
        <a:p>
          <a:r>
            <a:rPr lang="bg-BG" b="0" i="0"/>
            <a:t>9.1 </a:t>
          </a:r>
          <a:r>
            <a:rPr lang="en-US" b="0" i="0"/>
            <a:t>Transfer Learning </a:t>
          </a:r>
          <a:r>
            <a:rPr lang="bg-BG" b="0" i="0"/>
            <a:t>и </a:t>
          </a:r>
          <a:r>
            <a:rPr lang="en-US" b="0" i="0"/>
            <a:t>Fine-tuning</a:t>
          </a:r>
          <a:endParaRPr lang="bg-BG"/>
        </a:p>
      </dgm:t>
    </dgm:pt>
    <dgm:pt modelId="{189EBA25-1858-4DD3-8172-44B7E251757D}" type="parTrans" cxnId="{F5C937BD-83D6-4927-9332-E2CD297E1867}">
      <dgm:prSet/>
      <dgm:spPr/>
      <dgm:t>
        <a:bodyPr/>
        <a:lstStyle/>
        <a:p>
          <a:endParaRPr lang="bg-BG"/>
        </a:p>
      </dgm:t>
    </dgm:pt>
    <dgm:pt modelId="{D446A97E-3F62-4842-83B3-A554CF608A07}" type="sibTrans" cxnId="{F5C937BD-83D6-4927-9332-E2CD297E1867}">
      <dgm:prSet/>
      <dgm:spPr/>
      <dgm:t>
        <a:bodyPr/>
        <a:lstStyle/>
        <a:p>
          <a:endParaRPr lang="bg-BG"/>
        </a:p>
      </dgm:t>
    </dgm:pt>
    <dgm:pt modelId="{D64FA790-602F-40C3-ADC6-9C191D7724AF}">
      <dgm:prSet/>
      <dgm:spPr/>
      <dgm:t>
        <a:bodyPr/>
        <a:lstStyle/>
        <a:p>
          <a:r>
            <a:rPr lang="en-US" b="0" i="0"/>
            <a:t>9.2 </a:t>
          </a:r>
          <a:r>
            <a:rPr lang="bg-BG" b="0" i="0"/>
            <a:t>Генеративни модели (</a:t>
          </a:r>
          <a:r>
            <a:rPr lang="en-US" b="0" i="0"/>
            <a:t>GANs, VAEs, Diffusion models)</a:t>
          </a:r>
          <a:endParaRPr lang="bg-BG"/>
        </a:p>
      </dgm:t>
    </dgm:pt>
    <dgm:pt modelId="{F61A5103-92D0-4AA8-B175-FF9A3D88CB6F}" type="parTrans" cxnId="{D8AD5AF0-5E1F-4D88-8337-1C5B4FAC6CCC}">
      <dgm:prSet/>
      <dgm:spPr/>
      <dgm:t>
        <a:bodyPr/>
        <a:lstStyle/>
        <a:p>
          <a:endParaRPr lang="bg-BG"/>
        </a:p>
      </dgm:t>
    </dgm:pt>
    <dgm:pt modelId="{0A8455CD-DF48-42E7-93C3-80DA21B9BEFB}" type="sibTrans" cxnId="{D8AD5AF0-5E1F-4D88-8337-1C5B4FAC6CCC}">
      <dgm:prSet/>
      <dgm:spPr/>
      <dgm:t>
        <a:bodyPr/>
        <a:lstStyle/>
        <a:p>
          <a:endParaRPr lang="bg-BG"/>
        </a:p>
      </dgm:t>
    </dgm:pt>
    <dgm:pt modelId="{E9F58999-9F85-4047-8EDE-F48C6CDB7B20}">
      <dgm:prSet/>
      <dgm:spPr/>
      <dgm:t>
        <a:bodyPr/>
        <a:lstStyle/>
        <a:p>
          <a:r>
            <a:rPr lang="en-US" b="0" i="0"/>
            <a:t>9.3 Autoencoders </a:t>
          </a:r>
          <a:r>
            <a:rPr lang="bg-BG" b="0" i="0"/>
            <a:t>и </a:t>
          </a:r>
          <a:r>
            <a:rPr lang="en-US" b="0" i="0"/>
            <a:t>Representation Learning</a:t>
          </a:r>
          <a:endParaRPr lang="bg-BG"/>
        </a:p>
      </dgm:t>
    </dgm:pt>
    <dgm:pt modelId="{DE62ED2C-70FA-43C3-942E-AF0A861D33EC}" type="parTrans" cxnId="{DD5FFA10-A488-4D2A-9EF8-7BA272F24F82}">
      <dgm:prSet/>
      <dgm:spPr/>
      <dgm:t>
        <a:bodyPr/>
        <a:lstStyle/>
        <a:p>
          <a:endParaRPr lang="bg-BG"/>
        </a:p>
      </dgm:t>
    </dgm:pt>
    <dgm:pt modelId="{51DC3DB0-1FBF-4DBF-8608-3ACC154643F7}" type="sibTrans" cxnId="{DD5FFA10-A488-4D2A-9EF8-7BA272F24F82}">
      <dgm:prSet/>
      <dgm:spPr/>
      <dgm:t>
        <a:bodyPr/>
        <a:lstStyle/>
        <a:p>
          <a:endParaRPr lang="bg-BG"/>
        </a:p>
      </dgm:t>
    </dgm:pt>
    <dgm:pt modelId="{C584A742-A95D-4BC3-B2DB-716704F78250}">
      <dgm:prSet/>
      <dgm:spPr/>
      <dgm:t>
        <a:bodyPr/>
        <a:lstStyle/>
        <a:p>
          <a:r>
            <a:rPr lang="en-US" b="0" i="0"/>
            <a:t>9.4 t-SNE </a:t>
          </a:r>
          <a:r>
            <a:rPr lang="bg-BG" b="0" i="0"/>
            <a:t>и визуализация на високоразмерни данни</a:t>
          </a:r>
          <a:endParaRPr lang="bg-BG"/>
        </a:p>
      </dgm:t>
    </dgm:pt>
    <dgm:pt modelId="{F8405995-1A46-4446-83FB-7977F1BD1AD9}" type="parTrans" cxnId="{D595CB8B-6BAF-4FBA-8FC1-7F6CC0FE8A5C}">
      <dgm:prSet/>
      <dgm:spPr/>
      <dgm:t>
        <a:bodyPr/>
        <a:lstStyle/>
        <a:p>
          <a:endParaRPr lang="bg-BG"/>
        </a:p>
      </dgm:t>
    </dgm:pt>
    <dgm:pt modelId="{D320DE48-19A9-4561-932A-95D53231477B}" type="sibTrans" cxnId="{D595CB8B-6BAF-4FBA-8FC1-7F6CC0FE8A5C}">
      <dgm:prSet/>
      <dgm:spPr/>
      <dgm:t>
        <a:bodyPr/>
        <a:lstStyle/>
        <a:p>
          <a:endParaRPr lang="bg-BG"/>
        </a:p>
      </dgm:t>
    </dgm:pt>
    <dgm:pt modelId="{C9841B1A-7D43-4B02-A65A-314C332605E3}">
      <dgm:prSet/>
      <dgm:spPr/>
      <dgm:t>
        <a:bodyPr/>
        <a:lstStyle/>
        <a:p>
          <a:r>
            <a:rPr lang="ru-RU" b="1" i="0"/>
            <a:t>Раздел 10: Казуси и практически примери</a:t>
          </a:r>
          <a:endParaRPr lang="bg-BG"/>
        </a:p>
      </dgm:t>
    </dgm:pt>
    <dgm:pt modelId="{A8DC5169-DC3C-4A3C-A1B0-A526E3B737B2}" type="parTrans" cxnId="{54E181D3-83CF-4EE7-8230-91D9B5269563}">
      <dgm:prSet/>
      <dgm:spPr/>
      <dgm:t>
        <a:bodyPr/>
        <a:lstStyle/>
        <a:p>
          <a:endParaRPr lang="bg-BG"/>
        </a:p>
      </dgm:t>
    </dgm:pt>
    <dgm:pt modelId="{23B0F298-9A1A-45B5-8C08-9BD36256A3F4}" type="sibTrans" cxnId="{54E181D3-83CF-4EE7-8230-91D9B5269563}">
      <dgm:prSet/>
      <dgm:spPr/>
      <dgm:t>
        <a:bodyPr/>
        <a:lstStyle/>
        <a:p>
          <a:endParaRPr lang="bg-BG"/>
        </a:p>
      </dgm:t>
    </dgm:pt>
    <dgm:pt modelId="{9CC12056-7FA7-436F-AC40-69B4A78C2571}">
      <dgm:prSet/>
      <dgm:spPr/>
      <dgm:t>
        <a:bodyPr/>
        <a:lstStyle/>
        <a:p>
          <a:r>
            <a:rPr lang="ru-RU" b="0" i="0"/>
            <a:t>10.1 Компютърно зрение с CNN</a:t>
          </a:r>
          <a:endParaRPr lang="bg-BG"/>
        </a:p>
      </dgm:t>
    </dgm:pt>
    <dgm:pt modelId="{3F6876ED-E26D-42D4-8502-CE952012296A}" type="parTrans" cxnId="{C5026A09-B9A0-4DF6-B9BA-5ABA7AF5EE80}">
      <dgm:prSet/>
      <dgm:spPr/>
      <dgm:t>
        <a:bodyPr/>
        <a:lstStyle/>
        <a:p>
          <a:endParaRPr lang="bg-BG"/>
        </a:p>
      </dgm:t>
    </dgm:pt>
    <dgm:pt modelId="{C3F696F3-59D9-43CB-BD78-5C69DC21DD45}" type="sibTrans" cxnId="{C5026A09-B9A0-4DF6-B9BA-5ABA7AF5EE80}">
      <dgm:prSet/>
      <dgm:spPr/>
      <dgm:t>
        <a:bodyPr/>
        <a:lstStyle/>
        <a:p>
          <a:endParaRPr lang="bg-BG"/>
        </a:p>
      </dgm:t>
    </dgm:pt>
    <dgm:pt modelId="{27D10833-D28B-4610-89E1-A670FA1A90B6}">
      <dgm:prSet/>
      <dgm:spPr/>
      <dgm:t>
        <a:bodyPr/>
        <a:lstStyle/>
        <a:p>
          <a:r>
            <a:rPr lang="ru-RU" b="0" i="0"/>
            <a:t>10.2 Обработка на естествен език с трансформъри</a:t>
          </a:r>
          <a:endParaRPr lang="bg-BG"/>
        </a:p>
      </dgm:t>
    </dgm:pt>
    <dgm:pt modelId="{B6431F64-5BF0-4118-B014-73F3A18FE0DD}" type="parTrans" cxnId="{B84132F1-0F2B-47E3-B0A7-FA88231E085A}">
      <dgm:prSet/>
      <dgm:spPr/>
      <dgm:t>
        <a:bodyPr/>
        <a:lstStyle/>
        <a:p>
          <a:endParaRPr lang="bg-BG"/>
        </a:p>
      </dgm:t>
    </dgm:pt>
    <dgm:pt modelId="{9189606A-BB19-446C-8E79-F5A148F05EB5}" type="sibTrans" cxnId="{B84132F1-0F2B-47E3-B0A7-FA88231E085A}">
      <dgm:prSet/>
      <dgm:spPr/>
      <dgm:t>
        <a:bodyPr/>
        <a:lstStyle/>
        <a:p>
          <a:endParaRPr lang="bg-BG"/>
        </a:p>
      </dgm:t>
    </dgm:pt>
    <dgm:pt modelId="{EC449D07-05B7-4C48-BA1F-79411D81AAFB}">
      <dgm:prSet/>
      <dgm:spPr/>
      <dgm:t>
        <a:bodyPr/>
        <a:lstStyle/>
        <a:p>
          <a:r>
            <a:rPr lang="ru-RU" b="0" i="0"/>
            <a:t>10.3 Автономни агенти и среди</a:t>
          </a:r>
          <a:endParaRPr lang="bg-BG"/>
        </a:p>
      </dgm:t>
    </dgm:pt>
    <dgm:pt modelId="{58E36B2A-5A1B-4657-BD0C-5601AABDA747}" type="parTrans" cxnId="{5EB0539D-8A85-4A4E-9798-C572AF550656}">
      <dgm:prSet/>
      <dgm:spPr/>
      <dgm:t>
        <a:bodyPr/>
        <a:lstStyle/>
        <a:p>
          <a:endParaRPr lang="bg-BG"/>
        </a:p>
      </dgm:t>
    </dgm:pt>
    <dgm:pt modelId="{0B241DB1-72E7-4E49-8B5F-EEF2F67131EC}" type="sibTrans" cxnId="{5EB0539D-8A85-4A4E-9798-C572AF550656}">
      <dgm:prSet/>
      <dgm:spPr/>
      <dgm:t>
        <a:bodyPr/>
        <a:lstStyle/>
        <a:p>
          <a:endParaRPr lang="bg-BG"/>
        </a:p>
      </dgm:t>
    </dgm:pt>
    <dgm:pt modelId="{0B56574D-B4E8-4905-827E-74CCC509AE3A}" type="pres">
      <dgm:prSet presAssocID="{ADF42602-424A-43B7-8911-A68CF6765003}" presName="linear" presStyleCnt="0">
        <dgm:presLayoutVars>
          <dgm:animLvl val="lvl"/>
          <dgm:resizeHandles val="exact"/>
        </dgm:presLayoutVars>
      </dgm:prSet>
      <dgm:spPr/>
    </dgm:pt>
    <dgm:pt modelId="{1055F1C9-F4A0-41CD-8443-B91C0C570F64}" type="pres">
      <dgm:prSet presAssocID="{877DD2C2-5744-49E5-B73E-7895E70BEED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AB9080-8860-4087-A585-777EAE90080E}" type="pres">
      <dgm:prSet presAssocID="{877DD2C2-5744-49E5-B73E-7895E70BEEDE}" presName="childText" presStyleLbl="revTx" presStyleIdx="0" presStyleCnt="3">
        <dgm:presLayoutVars>
          <dgm:bulletEnabled val="1"/>
        </dgm:presLayoutVars>
      </dgm:prSet>
      <dgm:spPr/>
    </dgm:pt>
    <dgm:pt modelId="{DEE43A4B-B376-46B3-AB4A-41DDB8B4AE84}" type="pres">
      <dgm:prSet presAssocID="{5B43EC78-5241-427A-94A1-5C22D7C2CB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B8EC03-9747-4119-88E2-2B36F7C7295A}" type="pres">
      <dgm:prSet presAssocID="{5B43EC78-5241-427A-94A1-5C22D7C2CBE4}" presName="childText" presStyleLbl="revTx" presStyleIdx="1" presStyleCnt="3">
        <dgm:presLayoutVars>
          <dgm:bulletEnabled val="1"/>
        </dgm:presLayoutVars>
      </dgm:prSet>
      <dgm:spPr/>
    </dgm:pt>
    <dgm:pt modelId="{39DBDC31-250C-4C2B-A9DD-EA14BFD359B9}" type="pres">
      <dgm:prSet presAssocID="{C9841B1A-7D43-4B02-A65A-314C332605E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B40CD9-44A6-46E6-8B0F-418335DD9E3A}" type="pres">
      <dgm:prSet presAssocID="{C9841B1A-7D43-4B02-A65A-314C332605E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BAD5102-E075-40C3-971D-9AF3A38B81A1}" srcId="{877DD2C2-5744-49E5-B73E-7895E70BEEDE}" destId="{DCA6587B-E626-41A1-ABC0-D8C69875403C}" srcOrd="1" destOrd="0" parTransId="{F09482AC-C3B0-4A43-A498-13547B281437}" sibTransId="{4E15EF51-F3CC-4E85-BBF3-BCE81DB65DFE}"/>
    <dgm:cxn modelId="{C5026A09-B9A0-4DF6-B9BA-5ABA7AF5EE80}" srcId="{C9841B1A-7D43-4B02-A65A-314C332605E3}" destId="{9CC12056-7FA7-436F-AC40-69B4A78C2571}" srcOrd="0" destOrd="0" parTransId="{3F6876ED-E26D-42D4-8502-CE952012296A}" sibTransId="{C3F696F3-59D9-43CB-BD78-5C69DC21DD45}"/>
    <dgm:cxn modelId="{DD5FFA10-A488-4D2A-9EF8-7BA272F24F82}" srcId="{5B43EC78-5241-427A-94A1-5C22D7C2CBE4}" destId="{E9F58999-9F85-4047-8EDE-F48C6CDB7B20}" srcOrd="2" destOrd="0" parTransId="{DE62ED2C-70FA-43C3-942E-AF0A861D33EC}" sibTransId="{51DC3DB0-1FBF-4DBF-8608-3ACC154643F7}"/>
    <dgm:cxn modelId="{C125D613-2543-42DC-9CE5-7AE605704C49}" type="presOf" srcId="{C584A742-A95D-4BC3-B2DB-716704F78250}" destId="{BFB8EC03-9747-4119-88E2-2B36F7C7295A}" srcOrd="0" destOrd="3" presId="urn:microsoft.com/office/officeart/2005/8/layout/vList2"/>
    <dgm:cxn modelId="{9E22A22A-1B6B-4867-9E15-B43B84EAEAF6}" srcId="{ADF42602-424A-43B7-8911-A68CF6765003}" destId="{877DD2C2-5744-49E5-B73E-7895E70BEEDE}" srcOrd="0" destOrd="0" parTransId="{791E5FAB-63CE-494F-BC37-EF14B9A27268}" sibTransId="{D498E381-C490-4D41-83A2-2A13E0FE4475}"/>
    <dgm:cxn modelId="{7542CA31-F500-4018-8A1C-3B9AC186FB04}" type="presOf" srcId="{EC449D07-05B7-4C48-BA1F-79411D81AAFB}" destId="{9CB40CD9-44A6-46E6-8B0F-418335DD9E3A}" srcOrd="0" destOrd="2" presId="urn:microsoft.com/office/officeart/2005/8/layout/vList2"/>
    <dgm:cxn modelId="{F51D1436-7F0A-4991-9ECD-47AC84D40443}" type="presOf" srcId="{4934CE22-9DEA-41A0-A4C6-CEBD580DE892}" destId="{BFB8EC03-9747-4119-88E2-2B36F7C7295A}" srcOrd="0" destOrd="0" presId="urn:microsoft.com/office/officeart/2005/8/layout/vList2"/>
    <dgm:cxn modelId="{8A83627B-CE60-44B3-8372-C56406AE1113}" type="presOf" srcId="{0E79A8F2-3574-446B-A439-8902A1463E14}" destId="{F0AB9080-8860-4087-A585-777EAE90080E}" srcOrd="0" destOrd="2" presId="urn:microsoft.com/office/officeart/2005/8/layout/vList2"/>
    <dgm:cxn modelId="{FC8AE281-1312-4F60-B0B8-830887E7322F}" srcId="{877DD2C2-5744-49E5-B73E-7895E70BEEDE}" destId="{FB132051-38A6-4BA2-87C9-2366F7CE5874}" srcOrd="0" destOrd="0" parTransId="{AAB3587C-7F77-4FC2-A6A3-A7D4512BAF9C}" sibTransId="{B7A1AFD8-4BA9-47A2-9741-1E8AB19EE22F}"/>
    <dgm:cxn modelId="{D595CB8B-6BAF-4FBA-8FC1-7F6CC0FE8A5C}" srcId="{5B43EC78-5241-427A-94A1-5C22D7C2CBE4}" destId="{C584A742-A95D-4BC3-B2DB-716704F78250}" srcOrd="3" destOrd="0" parTransId="{F8405995-1A46-4446-83FB-7977F1BD1AD9}" sibTransId="{D320DE48-19A9-4561-932A-95D53231477B}"/>
    <dgm:cxn modelId="{637FA896-F941-4C74-9E77-5F1BE6F56C53}" type="presOf" srcId="{DCA6587B-E626-41A1-ABC0-D8C69875403C}" destId="{F0AB9080-8860-4087-A585-777EAE90080E}" srcOrd="0" destOrd="1" presId="urn:microsoft.com/office/officeart/2005/8/layout/vList2"/>
    <dgm:cxn modelId="{BC635F9D-66FE-4B2A-8046-9B0DDA944683}" type="presOf" srcId="{E9F58999-9F85-4047-8EDE-F48C6CDB7B20}" destId="{BFB8EC03-9747-4119-88E2-2B36F7C7295A}" srcOrd="0" destOrd="2" presId="urn:microsoft.com/office/officeart/2005/8/layout/vList2"/>
    <dgm:cxn modelId="{5EB0539D-8A85-4A4E-9798-C572AF550656}" srcId="{C9841B1A-7D43-4B02-A65A-314C332605E3}" destId="{EC449D07-05B7-4C48-BA1F-79411D81AAFB}" srcOrd="2" destOrd="0" parTransId="{58E36B2A-5A1B-4657-BD0C-5601AABDA747}" sibTransId="{0B241DB1-72E7-4E49-8B5F-EEF2F67131EC}"/>
    <dgm:cxn modelId="{C206B9AB-16F3-46FB-AA76-6896FB3EE66B}" type="presOf" srcId="{27D10833-D28B-4610-89E1-A670FA1A90B6}" destId="{9CB40CD9-44A6-46E6-8B0F-418335DD9E3A}" srcOrd="0" destOrd="1" presId="urn:microsoft.com/office/officeart/2005/8/layout/vList2"/>
    <dgm:cxn modelId="{F5C937BD-83D6-4927-9332-E2CD297E1867}" srcId="{5B43EC78-5241-427A-94A1-5C22D7C2CBE4}" destId="{4934CE22-9DEA-41A0-A4C6-CEBD580DE892}" srcOrd="0" destOrd="0" parTransId="{189EBA25-1858-4DD3-8172-44B7E251757D}" sibTransId="{D446A97E-3F62-4842-83B3-A554CF608A07}"/>
    <dgm:cxn modelId="{7EC45BBE-5B97-4F1B-B50D-5BE5BFADBE3A}" type="presOf" srcId="{5B43EC78-5241-427A-94A1-5C22D7C2CBE4}" destId="{DEE43A4B-B376-46B3-AB4A-41DDB8B4AE84}" srcOrd="0" destOrd="0" presId="urn:microsoft.com/office/officeart/2005/8/layout/vList2"/>
    <dgm:cxn modelId="{35D009C3-0F9E-4290-941C-5BC830E36072}" srcId="{877DD2C2-5744-49E5-B73E-7895E70BEEDE}" destId="{0E79A8F2-3574-446B-A439-8902A1463E14}" srcOrd="2" destOrd="0" parTransId="{920117A1-0BAE-4D0F-B8B1-39FD63FFE728}" sibTransId="{89D2317A-A1C8-4B3D-9AFB-AB15CE3F2095}"/>
    <dgm:cxn modelId="{1358D9CC-0B93-4051-B8CD-4B98B93512F0}" type="presOf" srcId="{9CC12056-7FA7-436F-AC40-69B4A78C2571}" destId="{9CB40CD9-44A6-46E6-8B0F-418335DD9E3A}" srcOrd="0" destOrd="0" presId="urn:microsoft.com/office/officeart/2005/8/layout/vList2"/>
    <dgm:cxn modelId="{39380ACE-9B3E-42F3-96DF-6F99DC07EBEE}" type="presOf" srcId="{D64FA790-602F-40C3-ADC6-9C191D7724AF}" destId="{BFB8EC03-9747-4119-88E2-2B36F7C7295A}" srcOrd="0" destOrd="1" presId="urn:microsoft.com/office/officeart/2005/8/layout/vList2"/>
    <dgm:cxn modelId="{FB1D2FCE-CBD9-4A5E-8F7B-EC8A0A8FE336}" srcId="{ADF42602-424A-43B7-8911-A68CF6765003}" destId="{5B43EC78-5241-427A-94A1-5C22D7C2CBE4}" srcOrd="1" destOrd="0" parTransId="{2B1A3292-6383-48BB-90D2-3DC43915FD45}" sibTransId="{96B710C9-47A2-4336-AC9C-6D8D7FDACFB1}"/>
    <dgm:cxn modelId="{54E181D3-83CF-4EE7-8230-91D9B5269563}" srcId="{ADF42602-424A-43B7-8911-A68CF6765003}" destId="{C9841B1A-7D43-4B02-A65A-314C332605E3}" srcOrd="2" destOrd="0" parTransId="{A8DC5169-DC3C-4A3C-A1B0-A526E3B737B2}" sibTransId="{23B0F298-9A1A-45B5-8C08-9BD36256A3F4}"/>
    <dgm:cxn modelId="{AB5535EE-7A7C-4897-B136-3493A059EB80}" type="presOf" srcId="{877DD2C2-5744-49E5-B73E-7895E70BEEDE}" destId="{1055F1C9-F4A0-41CD-8443-B91C0C570F64}" srcOrd="0" destOrd="0" presId="urn:microsoft.com/office/officeart/2005/8/layout/vList2"/>
    <dgm:cxn modelId="{791BBFEE-298B-4E62-9DDA-88F10764C21E}" type="presOf" srcId="{C9841B1A-7D43-4B02-A65A-314C332605E3}" destId="{39DBDC31-250C-4C2B-A9DD-EA14BFD359B9}" srcOrd="0" destOrd="0" presId="urn:microsoft.com/office/officeart/2005/8/layout/vList2"/>
    <dgm:cxn modelId="{D8AD5AF0-5E1F-4D88-8337-1C5B4FAC6CCC}" srcId="{5B43EC78-5241-427A-94A1-5C22D7C2CBE4}" destId="{D64FA790-602F-40C3-ADC6-9C191D7724AF}" srcOrd="1" destOrd="0" parTransId="{F61A5103-92D0-4AA8-B175-FF9A3D88CB6F}" sibTransId="{0A8455CD-DF48-42E7-93C3-80DA21B9BEFB}"/>
    <dgm:cxn modelId="{B84132F1-0F2B-47E3-B0A7-FA88231E085A}" srcId="{C9841B1A-7D43-4B02-A65A-314C332605E3}" destId="{27D10833-D28B-4610-89E1-A670FA1A90B6}" srcOrd="1" destOrd="0" parTransId="{B6431F64-5BF0-4118-B014-73F3A18FE0DD}" sibTransId="{9189606A-BB19-446C-8E79-F5A148F05EB5}"/>
    <dgm:cxn modelId="{8D64C4F1-AF93-49A8-B81D-2615FEBEF505}" type="presOf" srcId="{ADF42602-424A-43B7-8911-A68CF6765003}" destId="{0B56574D-B4E8-4905-827E-74CCC509AE3A}" srcOrd="0" destOrd="0" presId="urn:microsoft.com/office/officeart/2005/8/layout/vList2"/>
    <dgm:cxn modelId="{C4F8BFF7-8EF0-442C-B501-3E9432830555}" type="presOf" srcId="{FB132051-38A6-4BA2-87C9-2366F7CE5874}" destId="{F0AB9080-8860-4087-A585-777EAE90080E}" srcOrd="0" destOrd="0" presId="urn:microsoft.com/office/officeart/2005/8/layout/vList2"/>
    <dgm:cxn modelId="{D25516C8-C11C-4A5B-96C1-1F105F25FCC5}" type="presParOf" srcId="{0B56574D-B4E8-4905-827E-74CCC509AE3A}" destId="{1055F1C9-F4A0-41CD-8443-B91C0C570F64}" srcOrd="0" destOrd="0" presId="urn:microsoft.com/office/officeart/2005/8/layout/vList2"/>
    <dgm:cxn modelId="{0598309C-36CB-4741-8BA3-C080D6A43591}" type="presParOf" srcId="{0B56574D-B4E8-4905-827E-74CCC509AE3A}" destId="{F0AB9080-8860-4087-A585-777EAE90080E}" srcOrd="1" destOrd="0" presId="urn:microsoft.com/office/officeart/2005/8/layout/vList2"/>
    <dgm:cxn modelId="{1881A2E6-C1A4-49F6-B46F-8755283F8588}" type="presParOf" srcId="{0B56574D-B4E8-4905-827E-74CCC509AE3A}" destId="{DEE43A4B-B376-46B3-AB4A-41DDB8B4AE84}" srcOrd="2" destOrd="0" presId="urn:microsoft.com/office/officeart/2005/8/layout/vList2"/>
    <dgm:cxn modelId="{DCE5B015-0AAE-49CC-B8D1-14F877332367}" type="presParOf" srcId="{0B56574D-B4E8-4905-827E-74CCC509AE3A}" destId="{BFB8EC03-9747-4119-88E2-2B36F7C7295A}" srcOrd="3" destOrd="0" presId="urn:microsoft.com/office/officeart/2005/8/layout/vList2"/>
    <dgm:cxn modelId="{A1185B65-2B09-41D4-B890-EF850D85B147}" type="presParOf" srcId="{0B56574D-B4E8-4905-827E-74CCC509AE3A}" destId="{39DBDC31-250C-4C2B-A9DD-EA14BFD359B9}" srcOrd="4" destOrd="0" presId="urn:microsoft.com/office/officeart/2005/8/layout/vList2"/>
    <dgm:cxn modelId="{EF58EE58-0855-4B32-AF98-1855B13F48E1}" type="presParOf" srcId="{0B56574D-B4E8-4905-827E-74CCC509AE3A}" destId="{9CB40CD9-44A6-46E6-8B0F-418335DD9E3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009C07-A542-44D8-8FD7-A6E11D6A70D0}" type="doc">
      <dgm:prSet loTypeId="urn:diagrams.loki3.com/Bracket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bg-BG"/>
        </a:p>
      </dgm:t>
    </dgm:pt>
    <dgm:pt modelId="{754FFEF9-E7D6-4B47-A3CE-8817E1577414}">
      <dgm:prSet/>
      <dgm:spPr/>
      <dgm:t>
        <a:bodyPr/>
        <a:lstStyle/>
        <a:p>
          <a:r>
            <a:rPr lang="bg-BG" b="1" dirty="0"/>
            <a:t>Разработка на НМ за:</a:t>
          </a:r>
        </a:p>
      </dgm:t>
    </dgm:pt>
    <dgm:pt modelId="{F012D1C6-CEC1-4D31-8537-C98CAF2DD819}" type="parTrans" cxnId="{689E0C03-EDB6-4961-989D-DF790883F6E8}">
      <dgm:prSet/>
      <dgm:spPr/>
      <dgm:t>
        <a:bodyPr/>
        <a:lstStyle/>
        <a:p>
          <a:endParaRPr lang="bg-BG"/>
        </a:p>
      </dgm:t>
    </dgm:pt>
    <dgm:pt modelId="{651AE79F-26B8-40DD-A60B-1CEBD6E5C0F9}" type="sibTrans" cxnId="{689E0C03-EDB6-4961-989D-DF790883F6E8}">
      <dgm:prSet/>
      <dgm:spPr/>
      <dgm:t>
        <a:bodyPr/>
        <a:lstStyle/>
        <a:p>
          <a:endParaRPr lang="bg-BG"/>
        </a:p>
      </dgm:t>
    </dgm:pt>
    <dgm:pt modelId="{6E91BF75-A216-4CC9-ABCF-362E45E6387D}">
      <dgm:prSet/>
      <dgm:spPr/>
      <dgm:t>
        <a:bodyPr/>
        <a:lstStyle/>
        <a:p>
          <a:r>
            <a:rPr lang="bg-BG" b="1" dirty="0"/>
            <a:t>Данните</a:t>
          </a:r>
          <a:endParaRPr lang="bg-BG" dirty="0"/>
        </a:p>
      </dgm:t>
    </dgm:pt>
    <dgm:pt modelId="{7D2BF44E-7E4C-4AB6-9C11-1A41397D3C50}" type="parTrans" cxnId="{4EC3D841-99A2-4EEB-BEAD-F2773AFB7132}">
      <dgm:prSet/>
      <dgm:spPr/>
      <dgm:t>
        <a:bodyPr/>
        <a:lstStyle/>
        <a:p>
          <a:endParaRPr lang="bg-BG"/>
        </a:p>
      </dgm:t>
    </dgm:pt>
    <dgm:pt modelId="{F6E48466-2415-428C-B452-C2B9D6843808}" type="sibTrans" cxnId="{4EC3D841-99A2-4EEB-BEAD-F2773AFB7132}">
      <dgm:prSet/>
      <dgm:spPr/>
      <dgm:t>
        <a:bodyPr/>
        <a:lstStyle/>
        <a:p>
          <a:endParaRPr lang="bg-BG"/>
        </a:p>
      </dgm:t>
    </dgm:pt>
    <dgm:pt modelId="{205FC588-D6C0-4C4A-B366-960B080074F6}">
      <dgm:prSet/>
      <dgm:spPr/>
      <dgm:t>
        <a:bodyPr/>
        <a:lstStyle/>
        <a:p>
          <a:r>
            <a:rPr lang="bg-BG" b="1" dirty="0"/>
            <a:t>Презентация</a:t>
          </a:r>
        </a:p>
      </dgm:t>
    </dgm:pt>
    <dgm:pt modelId="{0973D034-47FA-4B7E-896F-3E16EE3E5A48}" type="parTrans" cxnId="{AAFC2640-E13A-45BE-AEA3-D1ADA04F2C9B}">
      <dgm:prSet/>
      <dgm:spPr/>
      <dgm:t>
        <a:bodyPr/>
        <a:lstStyle/>
        <a:p>
          <a:endParaRPr lang="bg-BG"/>
        </a:p>
      </dgm:t>
    </dgm:pt>
    <dgm:pt modelId="{C9A37558-82DE-4E19-8994-663C486AA275}" type="sibTrans" cxnId="{AAFC2640-E13A-45BE-AEA3-D1ADA04F2C9B}">
      <dgm:prSet/>
      <dgm:spPr/>
      <dgm:t>
        <a:bodyPr/>
        <a:lstStyle/>
        <a:p>
          <a:endParaRPr lang="bg-BG"/>
        </a:p>
      </dgm:t>
    </dgm:pt>
    <dgm:pt modelId="{2A1D5AE3-43BC-4B33-8793-B6F71F490979}">
      <dgm:prSet/>
      <dgm:spPr/>
      <dgm:t>
        <a:bodyPr/>
        <a:lstStyle/>
        <a:p>
          <a:r>
            <a:rPr lang="bg-BG"/>
            <a:t>Описвате каква е задачата, т.е. каква целта</a:t>
          </a:r>
        </a:p>
      </dgm:t>
    </dgm:pt>
    <dgm:pt modelId="{900236FA-85C0-47BC-A641-0C2055C7F7C5}" type="parTrans" cxnId="{F8E3F43C-9480-453A-9A08-29A3F9BB63C9}">
      <dgm:prSet/>
      <dgm:spPr/>
      <dgm:t>
        <a:bodyPr/>
        <a:lstStyle/>
        <a:p>
          <a:endParaRPr lang="bg-BG"/>
        </a:p>
      </dgm:t>
    </dgm:pt>
    <dgm:pt modelId="{3E7186FE-021E-4E81-853B-E4D743C30D87}" type="sibTrans" cxnId="{F8E3F43C-9480-453A-9A08-29A3F9BB63C9}">
      <dgm:prSet/>
      <dgm:spPr/>
      <dgm:t>
        <a:bodyPr/>
        <a:lstStyle/>
        <a:p>
          <a:endParaRPr lang="bg-BG"/>
        </a:p>
      </dgm:t>
    </dgm:pt>
    <dgm:pt modelId="{B7A918C9-E2C3-4238-AD42-29DF055601F9}">
      <dgm:prSet/>
      <dgm:spPr/>
      <dgm:t>
        <a:bodyPr/>
        <a:lstStyle/>
        <a:p>
          <a:r>
            <a:rPr lang="bg-BG"/>
            <a:t>Данните:</a:t>
          </a:r>
        </a:p>
      </dgm:t>
    </dgm:pt>
    <dgm:pt modelId="{2587549E-D25C-4067-BF51-3DD21B5B6399}" type="parTrans" cxnId="{1E3449C4-25EB-46FE-85F3-47CC4439A393}">
      <dgm:prSet/>
      <dgm:spPr/>
      <dgm:t>
        <a:bodyPr/>
        <a:lstStyle/>
        <a:p>
          <a:endParaRPr lang="bg-BG"/>
        </a:p>
      </dgm:t>
    </dgm:pt>
    <dgm:pt modelId="{D19F00D9-ECC1-4101-8EA1-BFCE635AEAD1}" type="sibTrans" cxnId="{1E3449C4-25EB-46FE-85F3-47CC4439A393}">
      <dgm:prSet/>
      <dgm:spPr/>
      <dgm:t>
        <a:bodyPr/>
        <a:lstStyle/>
        <a:p>
          <a:endParaRPr lang="bg-BG"/>
        </a:p>
      </dgm:t>
    </dgm:pt>
    <dgm:pt modelId="{856FC8EF-9442-4C76-81B8-9F74043A2B25}">
      <dgm:prSet/>
      <dgm:spPr/>
      <dgm:t>
        <a:bodyPr/>
        <a:lstStyle/>
        <a:p>
          <a:r>
            <a:rPr lang="bg-BG" dirty="0"/>
            <a:t>Как изглеждат данните</a:t>
          </a:r>
        </a:p>
      </dgm:t>
    </dgm:pt>
    <dgm:pt modelId="{288292C0-BE01-4801-B4FC-E20ECD85A578}" type="parTrans" cxnId="{B20C0F5F-FC0C-4130-AC09-411D0ED66F57}">
      <dgm:prSet/>
      <dgm:spPr/>
      <dgm:t>
        <a:bodyPr/>
        <a:lstStyle/>
        <a:p>
          <a:endParaRPr lang="bg-BG"/>
        </a:p>
      </dgm:t>
    </dgm:pt>
    <dgm:pt modelId="{651CA909-A11E-4A5F-9F98-830FBB41703C}" type="sibTrans" cxnId="{B20C0F5F-FC0C-4130-AC09-411D0ED66F57}">
      <dgm:prSet/>
      <dgm:spPr/>
      <dgm:t>
        <a:bodyPr/>
        <a:lstStyle/>
        <a:p>
          <a:endParaRPr lang="bg-BG"/>
        </a:p>
      </dgm:t>
    </dgm:pt>
    <dgm:pt modelId="{1A3D386E-EC15-43DF-9490-5FDDB46AC19E}">
      <dgm:prSet/>
      <dgm:spPr/>
      <dgm:t>
        <a:bodyPr/>
        <a:lstStyle/>
        <a:p>
          <a:r>
            <a:rPr lang="bg-BG" dirty="0"/>
            <a:t>Какви трансформации и предварителни анализи сте направили върху данните </a:t>
          </a:r>
        </a:p>
      </dgm:t>
    </dgm:pt>
    <dgm:pt modelId="{B0712B03-3BA5-4A79-80C8-27C13617A2BA}" type="parTrans" cxnId="{C97F31FB-EAA6-4A89-971D-69DE561205AF}">
      <dgm:prSet/>
      <dgm:spPr/>
      <dgm:t>
        <a:bodyPr/>
        <a:lstStyle/>
        <a:p>
          <a:endParaRPr lang="bg-BG"/>
        </a:p>
      </dgm:t>
    </dgm:pt>
    <dgm:pt modelId="{6D079A7B-9891-48AC-9C6E-1FBBF836F224}" type="sibTrans" cxnId="{C97F31FB-EAA6-4A89-971D-69DE561205AF}">
      <dgm:prSet/>
      <dgm:spPr/>
      <dgm:t>
        <a:bodyPr/>
        <a:lstStyle/>
        <a:p>
          <a:endParaRPr lang="bg-BG"/>
        </a:p>
      </dgm:t>
    </dgm:pt>
    <dgm:pt modelId="{FDC6B6A7-3FFC-4178-9FC4-15821E9DF5CA}">
      <dgm:prSet/>
      <dgm:spPr/>
      <dgm:t>
        <a:bodyPr/>
        <a:lstStyle/>
        <a:p>
          <a:r>
            <a:rPr lang="bg-BG"/>
            <a:t>До какви изводи сте стигнали за данните</a:t>
          </a:r>
        </a:p>
      </dgm:t>
    </dgm:pt>
    <dgm:pt modelId="{6E6AB643-9AE3-4C15-A7BC-7838B76E23D5}" type="parTrans" cxnId="{DCA470E6-D28B-4E24-AC29-3E373AD8590C}">
      <dgm:prSet/>
      <dgm:spPr/>
      <dgm:t>
        <a:bodyPr/>
        <a:lstStyle/>
        <a:p>
          <a:endParaRPr lang="bg-BG"/>
        </a:p>
      </dgm:t>
    </dgm:pt>
    <dgm:pt modelId="{FE8F30D2-0798-46E1-A96D-47FC104BEF8F}" type="sibTrans" cxnId="{DCA470E6-D28B-4E24-AC29-3E373AD8590C}">
      <dgm:prSet/>
      <dgm:spPr/>
      <dgm:t>
        <a:bodyPr/>
        <a:lstStyle/>
        <a:p>
          <a:endParaRPr lang="bg-BG"/>
        </a:p>
      </dgm:t>
    </dgm:pt>
    <dgm:pt modelId="{49974929-B46E-497C-AD8F-CB38F9DE360E}">
      <dgm:prSet/>
      <dgm:spPr/>
      <dgm:t>
        <a:bodyPr/>
        <a:lstStyle/>
        <a:p>
          <a:r>
            <a:rPr lang="bg-BG"/>
            <a:t>Как решавате задачата:</a:t>
          </a:r>
        </a:p>
      </dgm:t>
    </dgm:pt>
    <dgm:pt modelId="{BD6D0213-2B2F-40FE-A8C2-965FEEB360DF}" type="parTrans" cxnId="{007579E1-27FB-46BE-9C98-929CBB3DCDBE}">
      <dgm:prSet/>
      <dgm:spPr/>
      <dgm:t>
        <a:bodyPr/>
        <a:lstStyle/>
        <a:p>
          <a:endParaRPr lang="bg-BG"/>
        </a:p>
      </dgm:t>
    </dgm:pt>
    <dgm:pt modelId="{7E13D7A1-3D2F-4901-85C4-F78BC7763347}" type="sibTrans" cxnId="{007579E1-27FB-46BE-9C98-929CBB3DCDBE}">
      <dgm:prSet/>
      <dgm:spPr/>
      <dgm:t>
        <a:bodyPr/>
        <a:lstStyle/>
        <a:p>
          <a:endParaRPr lang="bg-BG"/>
        </a:p>
      </dgm:t>
    </dgm:pt>
    <dgm:pt modelId="{9F189F18-4475-40B4-83BF-0525D79A98E2}">
      <dgm:prSet/>
      <dgm:spPr/>
      <dgm:t>
        <a:bodyPr/>
        <a:lstStyle/>
        <a:p>
          <a:r>
            <a:rPr lang="bg-BG"/>
            <a:t>С каква НМ, архитектура, параметри и хиперпараметри</a:t>
          </a:r>
        </a:p>
      </dgm:t>
    </dgm:pt>
    <dgm:pt modelId="{D9F4292E-99B9-40E6-902E-7463E9F6575A}" type="parTrans" cxnId="{2D6EECBF-D2FC-4250-8F32-7836CD5C4AE2}">
      <dgm:prSet/>
      <dgm:spPr/>
      <dgm:t>
        <a:bodyPr/>
        <a:lstStyle/>
        <a:p>
          <a:endParaRPr lang="bg-BG"/>
        </a:p>
      </dgm:t>
    </dgm:pt>
    <dgm:pt modelId="{5BCB9317-A3A5-4368-921C-D1349913427B}" type="sibTrans" cxnId="{2D6EECBF-D2FC-4250-8F32-7836CD5C4AE2}">
      <dgm:prSet/>
      <dgm:spPr/>
      <dgm:t>
        <a:bodyPr/>
        <a:lstStyle/>
        <a:p>
          <a:endParaRPr lang="bg-BG"/>
        </a:p>
      </dgm:t>
    </dgm:pt>
    <dgm:pt modelId="{68C2787F-3908-4647-B66B-039E1BC4E969}">
      <dgm:prSet/>
      <dgm:spPr/>
      <dgm:t>
        <a:bodyPr/>
        <a:lstStyle/>
        <a:p>
          <a:r>
            <a:rPr lang="bg-BG"/>
            <a:t>Какви резултати сте получили и какво означават те</a:t>
          </a:r>
        </a:p>
      </dgm:t>
    </dgm:pt>
    <dgm:pt modelId="{C1C8EBB3-22DE-4699-B8BC-550E6C0D6954}" type="parTrans" cxnId="{89CBF2A7-090C-4333-BFD7-5DCBB3183396}">
      <dgm:prSet/>
      <dgm:spPr/>
      <dgm:t>
        <a:bodyPr/>
        <a:lstStyle/>
        <a:p>
          <a:endParaRPr lang="bg-BG"/>
        </a:p>
      </dgm:t>
    </dgm:pt>
    <dgm:pt modelId="{B91CC842-D270-4BA3-AA23-6493D5F2AD0B}" type="sibTrans" cxnId="{89CBF2A7-090C-4333-BFD7-5DCBB3183396}">
      <dgm:prSet/>
      <dgm:spPr/>
      <dgm:t>
        <a:bodyPr/>
        <a:lstStyle/>
        <a:p>
          <a:endParaRPr lang="bg-BG"/>
        </a:p>
      </dgm:t>
    </dgm:pt>
    <dgm:pt modelId="{8114CEEA-B003-40BE-951E-9AF79DC013CA}">
      <dgm:prSet/>
      <dgm:spPr/>
      <dgm:t>
        <a:bodyPr/>
        <a:lstStyle/>
        <a:p>
          <a:r>
            <a:rPr lang="bg-BG"/>
            <a:t>Технологично описание:</a:t>
          </a:r>
        </a:p>
      </dgm:t>
    </dgm:pt>
    <dgm:pt modelId="{4FAD3AD1-E971-4615-A8AE-1777E7718E85}" type="parTrans" cxnId="{2F97F268-51FF-4715-8713-5F626AB07D28}">
      <dgm:prSet/>
      <dgm:spPr/>
      <dgm:t>
        <a:bodyPr/>
        <a:lstStyle/>
        <a:p>
          <a:endParaRPr lang="bg-BG"/>
        </a:p>
      </dgm:t>
    </dgm:pt>
    <dgm:pt modelId="{92776DD3-ECB6-4936-9FA1-30CDB8B8BC95}" type="sibTrans" cxnId="{2F97F268-51FF-4715-8713-5F626AB07D28}">
      <dgm:prSet/>
      <dgm:spPr/>
      <dgm:t>
        <a:bodyPr/>
        <a:lstStyle/>
        <a:p>
          <a:endParaRPr lang="bg-BG"/>
        </a:p>
      </dgm:t>
    </dgm:pt>
    <dgm:pt modelId="{36A74EC8-F739-4FB3-B8FF-D6A42E6DCBB8}">
      <dgm:prSet/>
      <dgm:spPr/>
      <dgm:t>
        <a:bodyPr/>
        <a:lstStyle/>
        <a:p>
          <a:r>
            <a:rPr lang="bg-BG"/>
            <a:t>Каква среда за разработка е използвана</a:t>
          </a:r>
        </a:p>
      </dgm:t>
    </dgm:pt>
    <dgm:pt modelId="{B7409D87-D789-4501-B1DE-32242F198208}" type="parTrans" cxnId="{D4012189-4CEB-4894-AB4F-5B0A9779AD85}">
      <dgm:prSet/>
      <dgm:spPr/>
      <dgm:t>
        <a:bodyPr/>
        <a:lstStyle/>
        <a:p>
          <a:endParaRPr lang="bg-BG"/>
        </a:p>
      </dgm:t>
    </dgm:pt>
    <dgm:pt modelId="{EF7CC1A5-1095-4182-9079-D3D0D0E93F7D}" type="sibTrans" cxnId="{D4012189-4CEB-4894-AB4F-5B0A9779AD85}">
      <dgm:prSet/>
      <dgm:spPr/>
      <dgm:t>
        <a:bodyPr/>
        <a:lstStyle/>
        <a:p>
          <a:endParaRPr lang="bg-BG"/>
        </a:p>
      </dgm:t>
    </dgm:pt>
    <dgm:pt modelId="{6349F6FF-9788-4AE9-B888-84723BEC1E74}">
      <dgm:prSet/>
      <dgm:spPr/>
      <dgm:t>
        <a:bodyPr/>
        <a:lstStyle/>
        <a:p>
          <a:r>
            <a:rPr lang="bg-BG"/>
            <a:t>Какъв стек от модули (библиотеки) е използван</a:t>
          </a:r>
        </a:p>
      </dgm:t>
    </dgm:pt>
    <dgm:pt modelId="{C24D6876-DF13-4CE5-B9F9-BBBAACC65705}" type="parTrans" cxnId="{9CF72E7D-6C25-4975-82C1-09992A1C62B0}">
      <dgm:prSet/>
      <dgm:spPr/>
      <dgm:t>
        <a:bodyPr/>
        <a:lstStyle/>
        <a:p>
          <a:endParaRPr lang="bg-BG"/>
        </a:p>
      </dgm:t>
    </dgm:pt>
    <dgm:pt modelId="{9D641A17-CD40-48B6-AF96-1380427E1E2E}" type="sibTrans" cxnId="{9CF72E7D-6C25-4975-82C1-09992A1C62B0}">
      <dgm:prSet/>
      <dgm:spPr/>
      <dgm:t>
        <a:bodyPr/>
        <a:lstStyle/>
        <a:p>
          <a:endParaRPr lang="bg-BG"/>
        </a:p>
      </dgm:t>
    </dgm:pt>
    <dgm:pt modelId="{49B6F536-A140-45A9-8092-FA78679335F2}">
      <dgm:prSet/>
      <dgm:spPr/>
      <dgm:t>
        <a:bodyPr/>
        <a:lstStyle/>
        <a:p>
          <a:r>
            <a:rPr lang="bg-BG" dirty="0"/>
            <a:t>Върху какъв хардуер е работено</a:t>
          </a:r>
        </a:p>
      </dgm:t>
    </dgm:pt>
    <dgm:pt modelId="{DAD0BF5A-2CEF-4B28-ABE6-8408F6FE2AC2}" type="parTrans" cxnId="{38E0031E-6584-45EA-A68A-EB4AAEFDCD7F}">
      <dgm:prSet/>
      <dgm:spPr/>
      <dgm:t>
        <a:bodyPr/>
        <a:lstStyle/>
        <a:p>
          <a:endParaRPr lang="bg-BG"/>
        </a:p>
      </dgm:t>
    </dgm:pt>
    <dgm:pt modelId="{BAE9D796-7499-4A05-89EB-2661AAE41310}" type="sibTrans" cxnId="{38E0031E-6584-45EA-A68A-EB4AAEFDCD7F}">
      <dgm:prSet/>
      <dgm:spPr/>
      <dgm:t>
        <a:bodyPr/>
        <a:lstStyle/>
        <a:p>
          <a:endParaRPr lang="bg-BG"/>
        </a:p>
      </dgm:t>
    </dgm:pt>
    <dgm:pt modelId="{A44CA577-B07E-4B7A-A20D-D77D896BF17F}">
      <dgm:prSet/>
      <dgm:spPr/>
      <dgm:t>
        <a:bodyPr/>
        <a:lstStyle/>
        <a:p>
          <a:r>
            <a:rPr lang="bg-BG" dirty="0"/>
            <a:t>прогнозиране на стойности</a:t>
          </a:r>
        </a:p>
      </dgm:t>
    </dgm:pt>
    <dgm:pt modelId="{760897CF-2568-4604-BF83-4F02544FE9D9}" type="parTrans" cxnId="{D34FD8A5-D02F-40F5-A7EC-201E54518F62}">
      <dgm:prSet/>
      <dgm:spPr/>
      <dgm:t>
        <a:bodyPr/>
        <a:lstStyle/>
        <a:p>
          <a:endParaRPr lang="bg-BG"/>
        </a:p>
      </dgm:t>
    </dgm:pt>
    <dgm:pt modelId="{449CCED4-2E84-4D84-85D8-5689EE720130}" type="sibTrans" cxnId="{D34FD8A5-D02F-40F5-A7EC-201E54518F62}">
      <dgm:prSet/>
      <dgm:spPr/>
      <dgm:t>
        <a:bodyPr/>
        <a:lstStyle/>
        <a:p>
          <a:endParaRPr lang="bg-BG"/>
        </a:p>
      </dgm:t>
    </dgm:pt>
    <dgm:pt modelId="{6209D080-E266-49D5-8E9C-E3895F9183FC}">
      <dgm:prSet/>
      <dgm:spPr/>
      <dgm:t>
        <a:bodyPr/>
        <a:lstStyle/>
        <a:p>
          <a:r>
            <a:rPr lang="bg-BG" dirty="0"/>
            <a:t>класификация</a:t>
          </a:r>
        </a:p>
      </dgm:t>
    </dgm:pt>
    <dgm:pt modelId="{476B4687-72EC-4D8A-9A8B-8F06759D3AA0}" type="parTrans" cxnId="{FEEB791C-C42D-4760-B09A-A17851F3DD37}">
      <dgm:prSet/>
      <dgm:spPr/>
      <dgm:t>
        <a:bodyPr/>
        <a:lstStyle/>
        <a:p>
          <a:endParaRPr lang="bg-BG"/>
        </a:p>
      </dgm:t>
    </dgm:pt>
    <dgm:pt modelId="{32493FBE-034F-4950-9BA6-F80B392C2662}" type="sibTrans" cxnId="{FEEB791C-C42D-4760-B09A-A17851F3DD37}">
      <dgm:prSet/>
      <dgm:spPr/>
      <dgm:t>
        <a:bodyPr/>
        <a:lstStyle/>
        <a:p>
          <a:endParaRPr lang="bg-BG"/>
        </a:p>
      </dgm:t>
    </dgm:pt>
    <dgm:pt modelId="{E7149505-229E-4378-AC35-3D0DCE005D8F}">
      <dgm:prSet/>
      <dgm:spPr/>
      <dgm:t>
        <a:bodyPr/>
        <a:lstStyle/>
        <a:p>
          <a:r>
            <a:rPr lang="bg-BG" dirty="0" err="1"/>
            <a:t>клъстеризация</a:t>
          </a:r>
          <a:endParaRPr lang="bg-BG" dirty="0"/>
        </a:p>
      </dgm:t>
    </dgm:pt>
    <dgm:pt modelId="{5E9EA664-F943-4270-9856-A9DEED32396B}" type="parTrans" cxnId="{3FDA1FE8-3B15-4D2C-BA55-995348ADEBD0}">
      <dgm:prSet/>
      <dgm:spPr/>
      <dgm:t>
        <a:bodyPr/>
        <a:lstStyle/>
        <a:p>
          <a:endParaRPr lang="bg-BG"/>
        </a:p>
      </dgm:t>
    </dgm:pt>
    <dgm:pt modelId="{BEF561DC-C991-4772-84AA-E330CB26A8B6}" type="sibTrans" cxnId="{3FDA1FE8-3B15-4D2C-BA55-995348ADEBD0}">
      <dgm:prSet/>
      <dgm:spPr/>
      <dgm:t>
        <a:bodyPr/>
        <a:lstStyle/>
        <a:p>
          <a:endParaRPr lang="bg-BG"/>
        </a:p>
      </dgm:t>
    </dgm:pt>
    <dgm:pt modelId="{013822A3-C7D6-4A7D-91E1-A31500D17996}">
      <dgm:prSet/>
      <dgm:spPr/>
      <dgm:t>
        <a:bodyPr/>
        <a:lstStyle/>
        <a:p>
          <a:r>
            <a:rPr lang="bg-BG" dirty="0"/>
            <a:t>могат да бъдат както еднакви, така и различни,</a:t>
          </a:r>
        </a:p>
      </dgm:t>
    </dgm:pt>
    <dgm:pt modelId="{4EF5786D-4EEB-475A-9D71-5ADD82D7A748}" type="parTrans" cxnId="{1F0F72E2-463A-457F-A349-230B054FF6BB}">
      <dgm:prSet/>
      <dgm:spPr/>
      <dgm:t>
        <a:bodyPr/>
        <a:lstStyle/>
        <a:p>
          <a:endParaRPr lang="bg-BG"/>
        </a:p>
      </dgm:t>
    </dgm:pt>
    <dgm:pt modelId="{7287A917-AA16-425D-9B0D-C33895CFEC60}" type="sibTrans" cxnId="{1F0F72E2-463A-457F-A349-230B054FF6BB}">
      <dgm:prSet/>
      <dgm:spPr/>
      <dgm:t>
        <a:bodyPr/>
        <a:lstStyle/>
        <a:p>
          <a:endParaRPr lang="bg-BG"/>
        </a:p>
      </dgm:t>
    </dgm:pt>
    <dgm:pt modelId="{4D081777-93E0-4DF1-994E-4EA38B840F78}">
      <dgm:prSet/>
      <dgm:spPr/>
      <dgm:t>
        <a:bodyPr/>
        <a:lstStyle/>
        <a:p>
          <a:r>
            <a:rPr lang="bg-BG" dirty="0"/>
            <a:t>могат да бъдат реални или изкуствени, </a:t>
          </a:r>
        </a:p>
      </dgm:t>
    </dgm:pt>
    <dgm:pt modelId="{5E0DB0B1-B4DD-4294-97CE-33A1E273FD42}" type="parTrans" cxnId="{81A122F2-D276-4EC5-9EF6-282DA0CF55B3}">
      <dgm:prSet/>
      <dgm:spPr/>
      <dgm:t>
        <a:bodyPr/>
        <a:lstStyle/>
        <a:p>
          <a:endParaRPr lang="bg-BG"/>
        </a:p>
      </dgm:t>
    </dgm:pt>
    <dgm:pt modelId="{03856ADA-63A3-42AC-8053-40CE82A960B0}" type="sibTrans" cxnId="{81A122F2-D276-4EC5-9EF6-282DA0CF55B3}">
      <dgm:prSet/>
      <dgm:spPr/>
      <dgm:t>
        <a:bodyPr/>
        <a:lstStyle/>
        <a:p>
          <a:endParaRPr lang="bg-BG"/>
        </a:p>
      </dgm:t>
    </dgm:pt>
    <dgm:pt modelId="{0264B6AA-A8B9-43CF-B88F-ACE8AA6B3CCC}">
      <dgm:prSet/>
      <dgm:spPr/>
      <dgm:t>
        <a:bodyPr/>
        <a:lstStyle/>
        <a:p>
          <a:r>
            <a:rPr lang="bg-BG" dirty="0"/>
            <a:t>може да ползвате за база и научни </a:t>
          </a:r>
          <a:r>
            <a:rPr lang="bg-BG" dirty="0" err="1"/>
            <a:t>публикации,в</a:t>
          </a:r>
          <a:r>
            <a:rPr lang="bg-BG" dirty="0"/>
            <a:t> които има линк към данните и да опитате да възпроизведете резултата или да го подобрите.</a:t>
          </a:r>
        </a:p>
      </dgm:t>
    </dgm:pt>
    <dgm:pt modelId="{F8B8BF12-6896-499A-9191-9E9002E86027}" type="parTrans" cxnId="{476D9516-C893-44D8-A90A-BD6BE1185C0D}">
      <dgm:prSet/>
      <dgm:spPr/>
      <dgm:t>
        <a:bodyPr/>
        <a:lstStyle/>
        <a:p>
          <a:endParaRPr lang="bg-BG"/>
        </a:p>
      </dgm:t>
    </dgm:pt>
    <dgm:pt modelId="{77D1510F-70B4-4B08-8D59-EE3BA33531F2}" type="sibTrans" cxnId="{476D9516-C893-44D8-A90A-BD6BE1185C0D}">
      <dgm:prSet/>
      <dgm:spPr/>
      <dgm:t>
        <a:bodyPr/>
        <a:lstStyle/>
        <a:p>
          <a:endParaRPr lang="bg-BG"/>
        </a:p>
      </dgm:t>
    </dgm:pt>
    <dgm:pt modelId="{EAE3956C-62E4-412B-9403-FDF8D36D11DA}">
      <dgm:prSet/>
      <dgm:spPr/>
      <dgm:t>
        <a:bodyPr/>
        <a:lstStyle/>
        <a:p>
          <a:r>
            <a:rPr lang="bg-BG" dirty="0"/>
            <a:t>Качвате в </a:t>
          </a:r>
          <a:r>
            <a:rPr lang="bg-BG" dirty="0" err="1"/>
            <a:t>мудъл</a:t>
          </a:r>
          <a:endParaRPr lang="bg-BG" dirty="0"/>
        </a:p>
      </dgm:t>
    </dgm:pt>
    <dgm:pt modelId="{361FE448-B7A9-4E83-8EB3-8D0DFE41EB55}" type="parTrans" cxnId="{79E60968-1C22-48AF-BBA9-F74BB51D665F}">
      <dgm:prSet/>
      <dgm:spPr/>
      <dgm:t>
        <a:bodyPr/>
        <a:lstStyle/>
        <a:p>
          <a:endParaRPr lang="bg-BG"/>
        </a:p>
      </dgm:t>
    </dgm:pt>
    <dgm:pt modelId="{B9726A4F-E73E-4A83-97F9-6E5D1AA3E856}" type="sibTrans" cxnId="{79E60968-1C22-48AF-BBA9-F74BB51D665F}">
      <dgm:prSet/>
      <dgm:spPr/>
      <dgm:t>
        <a:bodyPr/>
        <a:lstStyle/>
        <a:p>
          <a:endParaRPr lang="bg-BG"/>
        </a:p>
      </dgm:t>
    </dgm:pt>
    <dgm:pt modelId="{08D88425-4810-4931-9756-1F08CBCB1508}">
      <dgm:prSet/>
      <dgm:spPr/>
      <dgm:t>
        <a:bodyPr/>
        <a:lstStyle/>
        <a:p>
          <a:r>
            <a:rPr lang="bg-BG" dirty="0"/>
            <a:t>Презентацията</a:t>
          </a:r>
        </a:p>
      </dgm:t>
    </dgm:pt>
    <dgm:pt modelId="{2203FC0A-3A76-49A1-8923-749E50596196}" type="parTrans" cxnId="{8A5914DB-226A-4CA6-857E-9486AAACC119}">
      <dgm:prSet/>
      <dgm:spPr/>
      <dgm:t>
        <a:bodyPr/>
        <a:lstStyle/>
        <a:p>
          <a:endParaRPr lang="bg-BG"/>
        </a:p>
      </dgm:t>
    </dgm:pt>
    <dgm:pt modelId="{AD302649-5DFB-4EFD-9AD1-63A5E7915A01}" type="sibTrans" cxnId="{8A5914DB-226A-4CA6-857E-9486AAACC119}">
      <dgm:prSet/>
      <dgm:spPr/>
      <dgm:t>
        <a:bodyPr/>
        <a:lstStyle/>
        <a:p>
          <a:endParaRPr lang="bg-BG"/>
        </a:p>
      </dgm:t>
    </dgm:pt>
    <dgm:pt modelId="{865D23C3-99DE-4464-9D1B-C9CFBE8E1983}">
      <dgm:prSet/>
      <dgm:spPr/>
      <dgm:t>
        <a:bodyPr/>
        <a:lstStyle/>
        <a:p>
          <a:r>
            <a:rPr lang="bg-BG" dirty="0"/>
            <a:t>Сорс кода</a:t>
          </a:r>
        </a:p>
      </dgm:t>
    </dgm:pt>
    <dgm:pt modelId="{0A49DB42-F08E-4F4D-B71B-D8E0A0570650}" type="parTrans" cxnId="{1030FF46-822F-43F3-8987-846D43BD50A9}">
      <dgm:prSet/>
      <dgm:spPr/>
      <dgm:t>
        <a:bodyPr/>
        <a:lstStyle/>
        <a:p>
          <a:endParaRPr lang="bg-BG"/>
        </a:p>
      </dgm:t>
    </dgm:pt>
    <dgm:pt modelId="{82FCE0E1-8BA2-4451-BAA8-29CED6314288}" type="sibTrans" cxnId="{1030FF46-822F-43F3-8987-846D43BD50A9}">
      <dgm:prSet/>
      <dgm:spPr/>
      <dgm:t>
        <a:bodyPr/>
        <a:lstStyle/>
        <a:p>
          <a:endParaRPr lang="bg-BG"/>
        </a:p>
      </dgm:t>
    </dgm:pt>
    <dgm:pt modelId="{3D19B42B-83AD-4B80-BB84-793C0E5779EB}">
      <dgm:prSet/>
      <dgm:spPr/>
      <dgm:t>
        <a:bodyPr/>
        <a:lstStyle/>
        <a:p>
          <a:r>
            <a:rPr lang="bg-BG" b="1" dirty="0"/>
            <a:t>ЛИНК към самите данни</a:t>
          </a:r>
        </a:p>
      </dgm:t>
    </dgm:pt>
    <dgm:pt modelId="{71954596-F12F-495F-8478-234D080E604B}" type="parTrans" cxnId="{79E610ED-E6B4-4A5A-8FA5-1D0468CF63A0}">
      <dgm:prSet/>
      <dgm:spPr/>
      <dgm:t>
        <a:bodyPr/>
        <a:lstStyle/>
        <a:p>
          <a:endParaRPr lang="bg-BG"/>
        </a:p>
      </dgm:t>
    </dgm:pt>
    <dgm:pt modelId="{AD64B164-AF5E-454F-8D16-967DDE88F5E7}" type="sibTrans" cxnId="{79E610ED-E6B4-4A5A-8FA5-1D0468CF63A0}">
      <dgm:prSet/>
      <dgm:spPr/>
      <dgm:t>
        <a:bodyPr/>
        <a:lstStyle/>
        <a:p>
          <a:endParaRPr lang="bg-BG"/>
        </a:p>
      </dgm:t>
    </dgm:pt>
    <dgm:pt modelId="{9E6D1EBC-BB02-47EA-8D6C-DFF389D88B00}" type="pres">
      <dgm:prSet presAssocID="{72009C07-A542-44D8-8FD7-A6E11D6A70D0}" presName="Name0" presStyleCnt="0">
        <dgm:presLayoutVars>
          <dgm:dir/>
          <dgm:animLvl val="lvl"/>
          <dgm:resizeHandles val="exact"/>
        </dgm:presLayoutVars>
      </dgm:prSet>
      <dgm:spPr/>
    </dgm:pt>
    <dgm:pt modelId="{34BEC2E0-DCA8-4237-B341-0F35CA449351}" type="pres">
      <dgm:prSet presAssocID="{754FFEF9-E7D6-4B47-A3CE-8817E1577414}" presName="linNode" presStyleCnt="0"/>
      <dgm:spPr/>
    </dgm:pt>
    <dgm:pt modelId="{B1E5245C-1094-4E5C-8CB8-C81D334C4675}" type="pres">
      <dgm:prSet presAssocID="{754FFEF9-E7D6-4B47-A3CE-8817E1577414}" presName="parTx" presStyleLbl="revTx" presStyleIdx="0" presStyleCnt="4">
        <dgm:presLayoutVars>
          <dgm:chMax val="1"/>
          <dgm:bulletEnabled val="1"/>
        </dgm:presLayoutVars>
      </dgm:prSet>
      <dgm:spPr/>
    </dgm:pt>
    <dgm:pt modelId="{BA35D6D6-FF26-473C-BAE8-B64274CB8D62}" type="pres">
      <dgm:prSet presAssocID="{754FFEF9-E7D6-4B47-A3CE-8817E1577414}" presName="bracket" presStyleLbl="parChTrans1D1" presStyleIdx="0" presStyleCnt="4"/>
      <dgm:spPr/>
    </dgm:pt>
    <dgm:pt modelId="{ECD2A2AD-7151-4377-880D-2D64C6BF73B8}" type="pres">
      <dgm:prSet presAssocID="{754FFEF9-E7D6-4B47-A3CE-8817E1577414}" presName="spH" presStyleCnt="0"/>
      <dgm:spPr/>
    </dgm:pt>
    <dgm:pt modelId="{9C9D29C9-15E2-4C36-948A-AE49C7E87271}" type="pres">
      <dgm:prSet presAssocID="{754FFEF9-E7D6-4B47-A3CE-8817E1577414}" presName="desTx" presStyleLbl="node1" presStyleIdx="0" presStyleCnt="4">
        <dgm:presLayoutVars>
          <dgm:bulletEnabled val="1"/>
        </dgm:presLayoutVars>
      </dgm:prSet>
      <dgm:spPr/>
    </dgm:pt>
    <dgm:pt modelId="{C1B29246-1C6E-43F3-BA38-9BCFAEC4B9B0}" type="pres">
      <dgm:prSet presAssocID="{651AE79F-26B8-40DD-A60B-1CEBD6E5C0F9}" presName="spV" presStyleCnt="0"/>
      <dgm:spPr/>
    </dgm:pt>
    <dgm:pt modelId="{0FAC5197-82B6-43C3-972E-7C842FA845EA}" type="pres">
      <dgm:prSet presAssocID="{6E91BF75-A216-4CC9-ABCF-362E45E6387D}" presName="linNode" presStyleCnt="0"/>
      <dgm:spPr/>
    </dgm:pt>
    <dgm:pt modelId="{5791AD38-897A-44F0-8AA2-2AA2CA0E3CCD}" type="pres">
      <dgm:prSet presAssocID="{6E91BF75-A216-4CC9-ABCF-362E45E6387D}" presName="parTx" presStyleLbl="revTx" presStyleIdx="1" presStyleCnt="4">
        <dgm:presLayoutVars>
          <dgm:chMax val="1"/>
          <dgm:bulletEnabled val="1"/>
        </dgm:presLayoutVars>
      </dgm:prSet>
      <dgm:spPr/>
    </dgm:pt>
    <dgm:pt modelId="{A3CF1A1F-A6A3-402F-B375-E15665B6AA0C}" type="pres">
      <dgm:prSet presAssocID="{6E91BF75-A216-4CC9-ABCF-362E45E6387D}" presName="bracket" presStyleLbl="parChTrans1D1" presStyleIdx="1" presStyleCnt="4"/>
      <dgm:spPr/>
    </dgm:pt>
    <dgm:pt modelId="{C6792E3D-9A74-40A4-9653-F230E292F751}" type="pres">
      <dgm:prSet presAssocID="{6E91BF75-A216-4CC9-ABCF-362E45E6387D}" presName="spH" presStyleCnt="0"/>
      <dgm:spPr/>
    </dgm:pt>
    <dgm:pt modelId="{868FEC33-0FE9-47A0-AA0E-252AC02B02CB}" type="pres">
      <dgm:prSet presAssocID="{6E91BF75-A216-4CC9-ABCF-362E45E6387D}" presName="desTx" presStyleLbl="node1" presStyleIdx="1" presStyleCnt="4">
        <dgm:presLayoutVars>
          <dgm:bulletEnabled val="1"/>
        </dgm:presLayoutVars>
      </dgm:prSet>
      <dgm:spPr/>
    </dgm:pt>
    <dgm:pt modelId="{908E7F0E-16BD-4432-B5B7-09DC22B47370}" type="pres">
      <dgm:prSet presAssocID="{F6E48466-2415-428C-B452-C2B9D6843808}" presName="spV" presStyleCnt="0"/>
      <dgm:spPr/>
    </dgm:pt>
    <dgm:pt modelId="{7451F728-5DA0-4DC1-8160-E6C8D916615B}" type="pres">
      <dgm:prSet presAssocID="{205FC588-D6C0-4C4A-B366-960B080074F6}" presName="linNode" presStyleCnt="0"/>
      <dgm:spPr/>
    </dgm:pt>
    <dgm:pt modelId="{B12D8C5A-17BC-403E-8952-1BC4733125AE}" type="pres">
      <dgm:prSet presAssocID="{205FC588-D6C0-4C4A-B366-960B080074F6}" presName="parTx" presStyleLbl="revTx" presStyleIdx="2" presStyleCnt="4">
        <dgm:presLayoutVars>
          <dgm:chMax val="1"/>
          <dgm:bulletEnabled val="1"/>
        </dgm:presLayoutVars>
      </dgm:prSet>
      <dgm:spPr/>
    </dgm:pt>
    <dgm:pt modelId="{FBCA80FE-55DC-476E-8076-8B850463C803}" type="pres">
      <dgm:prSet presAssocID="{205FC588-D6C0-4C4A-B366-960B080074F6}" presName="bracket" presStyleLbl="parChTrans1D1" presStyleIdx="2" presStyleCnt="4"/>
      <dgm:spPr/>
    </dgm:pt>
    <dgm:pt modelId="{075ABFE5-DA6D-4C98-8B3F-8B146E1F5B1B}" type="pres">
      <dgm:prSet presAssocID="{205FC588-D6C0-4C4A-B366-960B080074F6}" presName="spH" presStyleCnt="0"/>
      <dgm:spPr/>
    </dgm:pt>
    <dgm:pt modelId="{C9C5FE35-84C2-4B1B-98DF-BFD243874055}" type="pres">
      <dgm:prSet presAssocID="{205FC588-D6C0-4C4A-B366-960B080074F6}" presName="desTx" presStyleLbl="node1" presStyleIdx="2" presStyleCnt="4">
        <dgm:presLayoutVars>
          <dgm:bulletEnabled val="1"/>
        </dgm:presLayoutVars>
      </dgm:prSet>
      <dgm:spPr/>
    </dgm:pt>
    <dgm:pt modelId="{CE856288-3600-41E2-B393-0AF5E237B2C4}" type="pres">
      <dgm:prSet presAssocID="{C9A37558-82DE-4E19-8994-663C486AA275}" presName="spV" presStyleCnt="0"/>
      <dgm:spPr/>
    </dgm:pt>
    <dgm:pt modelId="{701B91BC-EE05-4512-928A-402360C25484}" type="pres">
      <dgm:prSet presAssocID="{EAE3956C-62E4-412B-9403-FDF8D36D11DA}" presName="linNode" presStyleCnt="0"/>
      <dgm:spPr/>
    </dgm:pt>
    <dgm:pt modelId="{B3A69181-7C77-4C97-BD05-78EA9E8166A1}" type="pres">
      <dgm:prSet presAssocID="{EAE3956C-62E4-412B-9403-FDF8D36D11DA}" presName="parTx" presStyleLbl="revTx" presStyleIdx="3" presStyleCnt="4">
        <dgm:presLayoutVars>
          <dgm:chMax val="1"/>
          <dgm:bulletEnabled val="1"/>
        </dgm:presLayoutVars>
      </dgm:prSet>
      <dgm:spPr/>
    </dgm:pt>
    <dgm:pt modelId="{98288319-4948-4E5F-9DBB-DF2378A3FA94}" type="pres">
      <dgm:prSet presAssocID="{EAE3956C-62E4-412B-9403-FDF8D36D11DA}" presName="bracket" presStyleLbl="parChTrans1D1" presStyleIdx="3" presStyleCnt="4"/>
      <dgm:spPr/>
    </dgm:pt>
    <dgm:pt modelId="{FC174B42-3CCD-4F31-BC79-6EA7A79F9601}" type="pres">
      <dgm:prSet presAssocID="{EAE3956C-62E4-412B-9403-FDF8D36D11DA}" presName="spH" presStyleCnt="0"/>
      <dgm:spPr/>
    </dgm:pt>
    <dgm:pt modelId="{15E53ED2-BB7A-4CE5-8F8A-32DDD60982FD}" type="pres">
      <dgm:prSet presAssocID="{EAE3956C-62E4-412B-9403-FDF8D36D11DA}" presName="desTx" presStyleLbl="node1" presStyleIdx="3" presStyleCnt="4">
        <dgm:presLayoutVars>
          <dgm:bulletEnabled val="1"/>
        </dgm:presLayoutVars>
      </dgm:prSet>
      <dgm:spPr/>
    </dgm:pt>
  </dgm:ptLst>
  <dgm:cxnLst>
    <dgm:cxn modelId="{07B8B502-CBE3-43A8-AB48-A080733BDB3C}" type="presOf" srcId="{49B6F536-A140-45A9-8092-FA78679335F2}" destId="{C9C5FE35-84C2-4B1B-98DF-BFD243874055}" srcOrd="0" destOrd="12" presId="urn:diagrams.loki3.com/BracketList"/>
    <dgm:cxn modelId="{689E0C03-EDB6-4961-989D-DF790883F6E8}" srcId="{72009C07-A542-44D8-8FD7-A6E11D6A70D0}" destId="{754FFEF9-E7D6-4B47-A3CE-8817E1577414}" srcOrd="0" destOrd="0" parTransId="{F012D1C6-CEC1-4D31-8537-C98CAF2DD819}" sibTransId="{651AE79F-26B8-40DD-A60B-1CEBD6E5C0F9}"/>
    <dgm:cxn modelId="{070D4104-434B-4954-8D7C-3ABDEF42F3DB}" type="presOf" srcId="{3D19B42B-83AD-4B80-BB84-793C0E5779EB}" destId="{C9C5FE35-84C2-4B1B-98DF-BFD243874055}" srcOrd="0" destOrd="3" presId="urn:diagrams.loki3.com/BracketList"/>
    <dgm:cxn modelId="{98B71E15-1AA6-4FFF-A133-9F22AF2D84BA}" type="presOf" srcId="{B7A918C9-E2C3-4238-AD42-29DF055601F9}" destId="{C9C5FE35-84C2-4B1B-98DF-BFD243874055}" srcOrd="0" destOrd="1" presId="urn:diagrams.loki3.com/BracketList"/>
    <dgm:cxn modelId="{3B3DCA15-9B1B-47AE-BB0D-A9D2E35DC690}" type="presOf" srcId="{72009C07-A542-44D8-8FD7-A6E11D6A70D0}" destId="{9E6D1EBC-BB02-47EA-8D6C-DFF389D88B00}" srcOrd="0" destOrd="0" presId="urn:diagrams.loki3.com/BracketList"/>
    <dgm:cxn modelId="{476D9516-C893-44D8-A90A-BD6BE1185C0D}" srcId="{6E91BF75-A216-4CC9-ABCF-362E45E6387D}" destId="{0264B6AA-A8B9-43CF-B88F-ACE8AA6B3CCC}" srcOrd="2" destOrd="0" parTransId="{F8B8BF12-6896-499A-9191-9E9002E86027}" sibTransId="{77D1510F-70B4-4B08-8D59-EE3BA33531F2}"/>
    <dgm:cxn modelId="{F3EE271B-D61C-43C3-85E1-E728A49A2142}" type="presOf" srcId="{754FFEF9-E7D6-4B47-A3CE-8817E1577414}" destId="{B1E5245C-1094-4E5C-8CB8-C81D334C4675}" srcOrd="0" destOrd="0" presId="urn:diagrams.loki3.com/BracketList"/>
    <dgm:cxn modelId="{FEEB791C-C42D-4760-B09A-A17851F3DD37}" srcId="{754FFEF9-E7D6-4B47-A3CE-8817E1577414}" destId="{6209D080-E266-49D5-8E9C-E3895F9183FC}" srcOrd="1" destOrd="0" parTransId="{476B4687-72EC-4D8A-9A8B-8F06759D3AA0}" sibTransId="{32493FBE-034F-4950-9BA6-F80B392C2662}"/>
    <dgm:cxn modelId="{133FE71C-F004-4A48-BBD5-577BFF0174CC}" type="presOf" srcId="{6349F6FF-9788-4AE9-B888-84723BEC1E74}" destId="{C9C5FE35-84C2-4B1B-98DF-BFD243874055}" srcOrd="0" destOrd="11" presId="urn:diagrams.loki3.com/BracketList"/>
    <dgm:cxn modelId="{38E0031E-6584-45EA-A68A-EB4AAEFDCD7F}" srcId="{8114CEEA-B003-40BE-951E-9AF79DC013CA}" destId="{49B6F536-A140-45A9-8092-FA78679335F2}" srcOrd="2" destOrd="0" parTransId="{DAD0BF5A-2CEF-4B28-ABE6-8408F6FE2AC2}" sibTransId="{BAE9D796-7499-4A05-89EB-2661AAE41310}"/>
    <dgm:cxn modelId="{8EFC9633-B805-48BC-BFED-F6EB836080B5}" type="presOf" srcId="{68C2787F-3908-4647-B66B-039E1BC4E969}" destId="{C9C5FE35-84C2-4B1B-98DF-BFD243874055}" srcOrd="0" destOrd="8" presId="urn:diagrams.loki3.com/BracketList"/>
    <dgm:cxn modelId="{10E4DF36-E188-445C-8EAF-F96848CA2FEB}" type="presOf" srcId="{08D88425-4810-4931-9756-1F08CBCB1508}" destId="{15E53ED2-BB7A-4CE5-8F8A-32DDD60982FD}" srcOrd="0" destOrd="0" presId="urn:diagrams.loki3.com/BracketList"/>
    <dgm:cxn modelId="{F8E3F43C-9480-453A-9A08-29A3F9BB63C9}" srcId="{205FC588-D6C0-4C4A-B366-960B080074F6}" destId="{2A1D5AE3-43BC-4B33-8793-B6F71F490979}" srcOrd="0" destOrd="0" parTransId="{900236FA-85C0-47BC-A641-0C2055C7F7C5}" sibTransId="{3E7186FE-021E-4E81-853B-E4D743C30D87}"/>
    <dgm:cxn modelId="{AAFC2640-E13A-45BE-AEA3-D1ADA04F2C9B}" srcId="{72009C07-A542-44D8-8FD7-A6E11D6A70D0}" destId="{205FC588-D6C0-4C4A-B366-960B080074F6}" srcOrd="2" destOrd="0" parTransId="{0973D034-47FA-4B7E-896F-3E16EE3E5A48}" sibTransId="{C9A37558-82DE-4E19-8994-663C486AA275}"/>
    <dgm:cxn modelId="{949B925C-23A1-4257-851B-D2DC3682A516}" type="presOf" srcId="{49974929-B46E-497C-AD8F-CB38F9DE360E}" destId="{C9C5FE35-84C2-4B1B-98DF-BFD243874055}" srcOrd="0" destOrd="6" presId="urn:diagrams.loki3.com/BracketList"/>
    <dgm:cxn modelId="{B20C0F5F-FC0C-4130-AC09-411D0ED66F57}" srcId="{B7A918C9-E2C3-4238-AD42-29DF055601F9}" destId="{856FC8EF-9442-4C76-81B8-9F74043A2B25}" srcOrd="0" destOrd="0" parTransId="{288292C0-BE01-4801-B4FC-E20ECD85A578}" sibTransId="{651CA909-A11E-4A5F-9F98-830FBB41703C}"/>
    <dgm:cxn modelId="{4EC3D841-99A2-4EEB-BEAD-F2773AFB7132}" srcId="{72009C07-A542-44D8-8FD7-A6E11D6A70D0}" destId="{6E91BF75-A216-4CC9-ABCF-362E45E6387D}" srcOrd="1" destOrd="0" parTransId="{7D2BF44E-7E4C-4AB6-9C11-1A41397D3C50}" sibTransId="{F6E48466-2415-428C-B452-C2B9D6843808}"/>
    <dgm:cxn modelId="{1030FF46-822F-43F3-8987-846D43BD50A9}" srcId="{EAE3956C-62E4-412B-9403-FDF8D36D11DA}" destId="{865D23C3-99DE-4464-9D1B-C9CFBE8E1983}" srcOrd="1" destOrd="0" parTransId="{0A49DB42-F08E-4F4D-B71B-D8E0A0570650}" sibTransId="{82FCE0E1-8BA2-4451-BAA8-29CED6314288}"/>
    <dgm:cxn modelId="{79E60968-1C22-48AF-BBA9-F74BB51D665F}" srcId="{72009C07-A542-44D8-8FD7-A6E11D6A70D0}" destId="{EAE3956C-62E4-412B-9403-FDF8D36D11DA}" srcOrd="3" destOrd="0" parTransId="{361FE448-B7A9-4E83-8EB3-8D0DFE41EB55}" sibTransId="{B9726A4F-E73E-4A83-97F9-6E5D1AA3E856}"/>
    <dgm:cxn modelId="{2F97F268-51FF-4715-8713-5F626AB07D28}" srcId="{205FC588-D6C0-4C4A-B366-960B080074F6}" destId="{8114CEEA-B003-40BE-951E-9AF79DC013CA}" srcOrd="3" destOrd="0" parTransId="{4FAD3AD1-E971-4615-A8AE-1777E7718E85}" sibTransId="{92776DD3-ECB6-4936-9FA1-30CDB8B8BC95}"/>
    <dgm:cxn modelId="{2088956D-7F01-4FC2-93E9-929EB6EDD6EE}" type="presOf" srcId="{856FC8EF-9442-4C76-81B8-9F74043A2B25}" destId="{C9C5FE35-84C2-4B1B-98DF-BFD243874055}" srcOrd="0" destOrd="2" presId="urn:diagrams.loki3.com/BracketList"/>
    <dgm:cxn modelId="{4DED8870-C7E1-4495-A88C-052547700061}" type="presOf" srcId="{865D23C3-99DE-4464-9D1B-C9CFBE8E1983}" destId="{15E53ED2-BB7A-4CE5-8F8A-32DDD60982FD}" srcOrd="0" destOrd="1" presId="urn:diagrams.loki3.com/BracketList"/>
    <dgm:cxn modelId="{AD55AE53-B767-4066-A435-A200A09EBBEE}" type="presOf" srcId="{FDC6B6A7-3FFC-4178-9FC4-15821E9DF5CA}" destId="{C9C5FE35-84C2-4B1B-98DF-BFD243874055}" srcOrd="0" destOrd="5" presId="urn:diagrams.loki3.com/BracketList"/>
    <dgm:cxn modelId="{DBB0B855-5382-4A9B-9D31-1B839E0417C3}" type="presOf" srcId="{013822A3-C7D6-4A7D-91E1-A31500D17996}" destId="{868FEC33-0FE9-47A0-AA0E-252AC02B02CB}" srcOrd="0" destOrd="0" presId="urn:diagrams.loki3.com/BracketList"/>
    <dgm:cxn modelId="{76811D78-B7CA-41B3-9F62-930C64EDFF40}" type="presOf" srcId="{4D081777-93E0-4DF1-994E-4EA38B840F78}" destId="{868FEC33-0FE9-47A0-AA0E-252AC02B02CB}" srcOrd="0" destOrd="1" presId="urn:diagrams.loki3.com/BracketList"/>
    <dgm:cxn modelId="{9CF72E7D-6C25-4975-82C1-09992A1C62B0}" srcId="{8114CEEA-B003-40BE-951E-9AF79DC013CA}" destId="{6349F6FF-9788-4AE9-B888-84723BEC1E74}" srcOrd="1" destOrd="0" parTransId="{C24D6876-DF13-4CE5-B9F9-BBBAACC65705}" sibTransId="{9D641A17-CD40-48B6-AF96-1380427E1E2E}"/>
    <dgm:cxn modelId="{5C356980-D2F7-421E-9F90-91174F3F629F}" type="presOf" srcId="{6209D080-E266-49D5-8E9C-E3895F9183FC}" destId="{9C9D29C9-15E2-4C36-948A-AE49C7E87271}" srcOrd="0" destOrd="1" presId="urn:diagrams.loki3.com/BracketList"/>
    <dgm:cxn modelId="{75675E81-2372-48A2-9113-590E7130B3E1}" type="presOf" srcId="{A44CA577-B07E-4B7A-A20D-D77D896BF17F}" destId="{9C9D29C9-15E2-4C36-948A-AE49C7E87271}" srcOrd="0" destOrd="0" presId="urn:diagrams.loki3.com/BracketList"/>
    <dgm:cxn modelId="{D4012189-4CEB-4894-AB4F-5B0A9779AD85}" srcId="{8114CEEA-B003-40BE-951E-9AF79DC013CA}" destId="{36A74EC8-F739-4FB3-B8FF-D6A42E6DCBB8}" srcOrd="0" destOrd="0" parTransId="{B7409D87-D789-4501-B1DE-32242F198208}" sibTransId="{EF7CC1A5-1095-4182-9079-D3D0D0E93F7D}"/>
    <dgm:cxn modelId="{611EF799-6CC1-4651-91CE-8D0CAC61F7A1}" type="presOf" srcId="{205FC588-D6C0-4C4A-B366-960B080074F6}" destId="{B12D8C5A-17BC-403E-8952-1BC4733125AE}" srcOrd="0" destOrd="0" presId="urn:diagrams.loki3.com/BracketList"/>
    <dgm:cxn modelId="{D34FD8A5-D02F-40F5-A7EC-201E54518F62}" srcId="{754FFEF9-E7D6-4B47-A3CE-8817E1577414}" destId="{A44CA577-B07E-4B7A-A20D-D77D896BF17F}" srcOrd="0" destOrd="0" parTransId="{760897CF-2568-4604-BF83-4F02544FE9D9}" sibTransId="{449CCED4-2E84-4D84-85D8-5689EE720130}"/>
    <dgm:cxn modelId="{89CBF2A7-090C-4333-BFD7-5DCBB3183396}" srcId="{49974929-B46E-497C-AD8F-CB38F9DE360E}" destId="{68C2787F-3908-4647-B66B-039E1BC4E969}" srcOrd="1" destOrd="0" parTransId="{C1C8EBB3-22DE-4699-B8BC-550E6C0D6954}" sibTransId="{B91CC842-D270-4BA3-AA23-6493D5F2AD0B}"/>
    <dgm:cxn modelId="{7A0DF3B3-B7AB-4CB3-BB89-C5632520D5E1}" type="presOf" srcId="{2A1D5AE3-43BC-4B33-8793-B6F71F490979}" destId="{C9C5FE35-84C2-4B1B-98DF-BFD243874055}" srcOrd="0" destOrd="0" presId="urn:diagrams.loki3.com/BracketList"/>
    <dgm:cxn modelId="{CCA773BE-7D5C-4D2C-9103-03AE4FC22923}" type="presOf" srcId="{EAE3956C-62E4-412B-9403-FDF8D36D11DA}" destId="{B3A69181-7C77-4C97-BD05-78EA9E8166A1}" srcOrd="0" destOrd="0" presId="urn:diagrams.loki3.com/BracketList"/>
    <dgm:cxn modelId="{2D6EECBF-D2FC-4250-8F32-7836CD5C4AE2}" srcId="{49974929-B46E-497C-AD8F-CB38F9DE360E}" destId="{9F189F18-4475-40B4-83BF-0525D79A98E2}" srcOrd="0" destOrd="0" parTransId="{D9F4292E-99B9-40E6-902E-7463E9F6575A}" sibTransId="{5BCB9317-A3A5-4368-921C-D1349913427B}"/>
    <dgm:cxn modelId="{1E3449C4-25EB-46FE-85F3-47CC4439A393}" srcId="{205FC588-D6C0-4C4A-B366-960B080074F6}" destId="{B7A918C9-E2C3-4238-AD42-29DF055601F9}" srcOrd="1" destOrd="0" parTransId="{2587549E-D25C-4067-BF51-3DD21B5B6399}" sibTransId="{D19F00D9-ECC1-4101-8EA1-BFCE635AEAD1}"/>
    <dgm:cxn modelId="{976CA5C5-A964-4801-9745-6AC6C09D3F46}" type="presOf" srcId="{1A3D386E-EC15-43DF-9490-5FDDB46AC19E}" destId="{C9C5FE35-84C2-4B1B-98DF-BFD243874055}" srcOrd="0" destOrd="4" presId="urn:diagrams.loki3.com/BracketList"/>
    <dgm:cxn modelId="{918B09C6-FFD8-4134-B267-E7B8B3DB3613}" type="presOf" srcId="{8114CEEA-B003-40BE-951E-9AF79DC013CA}" destId="{C9C5FE35-84C2-4B1B-98DF-BFD243874055}" srcOrd="0" destOrd="9" presId="urn:diagrams.loki3.com/BracketList"/>
    <dgm:cxn modelId="{8A5914DB-226A-4CA6-857E-9486AAACC119}" srcId="{EAE3956C-62E4-412B-9403-FDF8D36D11DA}" destId="{08D88425-4810-4931-9756-1F08CBCB1508}" srcOrd="0" destOrd="0" parTransId="{2203FC0A-3A76-49A1-8923-749E50596196}" sibTransId="{AD302649-5DFB-4EFD-9AD1-63A5E7915A01}"/>
    <dgm:cxn modelId="{282962DB-35FA-4D23-9E3A-560F0A78BF9D}" type="presOf" srcId="{36A74EC8-F739-4FB3-B8FF-D6A42E6DCBB8}" destId="{C9C5FE35-84C2-4B1B-98DF-BFD243874055}" srcOrd="0" destOrd="10" presId="urn:diagrams.loki3.com/BracketList"/>
    <dgm:cxn modelId="{2B877CDC-1DB0-40A9-976B-306275F65B01}" type="presOf" srcId="{E7149505-229E-4378-AC35-3D0DCE005D8F}" destId="{9C9D29C9-15E2-4C36-948A-AE49C7E87271}" srcOrd="0" destOrd="2" presId="urn:diagrams.loki3.com/BracketList"/>
    <dgm:cxn modelId="{007579E1-27FB-46BE-9C98-929CBB3DCDBE}" srcId="{205FC588-D6C0-4C4A-B366-960B080074F6}" destId="{49974929-B46E-497C-AD8F-CB38F9DE360E}" srcOrd="2" destOrd="0" parTransId="{BD6D0213-2B2F-40FE-A8C2-965FEEB360DF}" sibTransId="{7E13D7A1-3D2F-4901-85C4-F78BC7763347}"/>
    <dgm:cxn modelId="{1F0F72E2-463A-457F-A349-230B054FF6BB}" srcId="{6E91BF75-A216-4CC9-ABCF-362E45E6387D}" destId="{013822A3-C7D6-4A7D-91E1-A31500D17996}" srcOrd="0" destOrd="0" parTransId="{4EF5786D-4EEB-475A-9D71-5ADD82D7A748}" sibTransId="{7287A917-AA16-425D-9B0D-C33895CFEC60}"/>
    <dgm:cxn modelId="{6B0B5CE6-DCC6-4BD8-9575-DE874E19C0A0}" type="presOf" srcId="{6E91BF75-A216-4CC9-ABCF-362E45E6387D}" destId="{5791AD38-897A-44F0-8AA2-2AA2CA0E3CCD}" srcOrd="0" destOrd="0" presId="urn:diagrams.loki3.com/BracketList"/>
    <dgm:cxn modelId="{DCA470E6-D28B-4E24-AC29-3E373AD8590C}" srcId="{B7A918C9-E2C3-4238-AD42-29DF055601F9}" destId="{FDC6B6A7-3FFC-4178-9FC4-15821E9DF5CA}" srcOrd="3" destOrd="0" parTransId="{6E6AB643-9AE3-4C15-A7BC-7838B76E23D5}" sibTransId="{FE8F30D2-0798-46E1-A96D-47FC104BEF8F}"/>
    <dgm:cxn modelId="{3FDA1FE8-3B15-4D2C-BA55-995348ADEBD0}" srcId="{754FFEF9-E7D6-4B47-A3CE-8817E1577414}" destId="{E7149505-229E-4378-AC35-3D0DCE005D8F}" srcOrd="2" destOrd="0" parTransId="{5E9EA664-F943-4270-9856-A9DEED32396B}" sibTransId="{BEF561DC-C991-4772-84AA-E330CB26A8B6}"/>
    <dgm:cxn modelId="{79E610ED-E6B4-4A5A-8FA5-1D0468CF63A0}" srcId="{B7A918C9-E2C3-4238-AD42-29DF055601F9}" destId="{3D19B42B-83AD-4B80-BB84-793C0E5779EB}" srcOrd="1" destOrd="0" parTransId="{71954596-F12F-495F-8478-234D080E604B}" sibTransId="{AD64B164-AF5E-454F-8D16-967DDE88F5E7}"/>
    <dgm:cxn modelId="{E3A37BEF-7A55-403E-AB9E-735FDE832870}" type="presOf" srcId="{9F189F18-4475-40B4-83BF-0525D79A98E2}" destId="{C9C5FE35-84C2-4B1B-98DF-BFD243874055}" srcOrd="0" destOrd="7" presId="urn:diagrams.loki3.com/BracketList"/>
    <dgm:cxn modelId="{81A122F2-D276-4EC5-9EF6-282DA0CF55B3}" srcId="{6E91BF75-A216-4CC9-ABCF-362E45E6387D}" destId="{4D081777-93E0-4DF1-994E-4EA38B840F78}" srcOrd="1" destOrd="0" parTransId="{5E0DB0B1-B4DD-4294-97CE-33A1E273FD42}" sibTransId="{03856ADA-63A3-42AC-8053-40CE82A960B0}"/>
    <dgm:cxn modelId="{D7A847F5-D659-4B8D-921E-ED4A74B17130}" type="presOf" srcId="{0264B6AA-A8B9-43CF-B88F-ACE8AA6B3CCC}" destId="{868FEC33-0FE9-47A0-AA0E-252AC02B02CB}" srcOrd="0" destOrd="2" presId="urn:diagrams.loki3.com/BracketList"/>
    <dgm:cxn modelId="{C97F31FB-EAA6-4A89-971D-69DE561205AF}" srcId="{B7A918C9-E2C3-4238-AD42-29DF055601F9}" destId="{1A3D386E-EC15-43DF-9490-5FDDB46AC19E}" srcOrd="2" destOrd="0" parTransId="{B0712B03-3BA5-4A79-80C8-27C13617A2BA}" sibTransId="{6D079A7B-9891-48AC-9C6E-1FBBF836F224}"/>
    <dgm:cxn modelId="{ECDB46A4-6215-4613-8412-5AF8375570DA}" type="presParOf" srcId="{9E6D1EBC-BB02-47EA-8D6C-DFF389D88B00}" destId="{34BEC2E0-DCA8-4237-B341-0F35CA449351}" srcOrd="0" destOrd="0" presId="urn:diagrams.loki3.com/BracketList"/>
    <dgm:cxn modelId="{49024DD7-8C7A-421F-9FE1-3519FCB8AF9B}" type="presParOf" srcId="{34BEC2E0-DCA8-4237-B341-0F35CA449351}" destId="{B1E5245C-1094-4E5C-8CB8-C81D334C4675}" srcOrd="0" destOrd="0" presId="urn:diagrams.loki3.com/BracketList"/>
    <dgm:cxn modelId="{E12DD6D4-B2EE-49ED-90EC-1E1D8E7DBB8B}" type="presParOf" srcId="{34BEC2E0-DCA8-4237-B341-0F35CA449351}" destId="{BA35D6D6-FF26-473C-BAE8-B64274CB8D62}" srcOrd="1" destOrd="0" presId="urn:diagrams.loki3.com/BracketList"/>
    <dgm:cxn modelId="{BE93E992-B36E-444E-8F58-9C26F843C41B}" type="presParOf" srcId="{34BEC2E0-DCA8-4237-B341-0F35CA449351}" destId="{ECD2A2AD-7151-4377-880D-2D64C6BF73B8}" srcOrd="2" destOrd="0" presId="urn:diagrams.loki3.com/BracketList"/>
    <dgm:cxn modelId="{920F5CD5-E107-4321-8CEE-9B292434B94B}" type="presParOf" srcId="{34BEC2E0-DCA8-4237-B341-0F35CA449351}" destId="{9C9D29C9-15E2-4C36-948A-AE49C7E87271}" srcOrd="3" destOrd="0" presId="urn:diagrams.loki3.com/BracketList"/>
    <dgm:cxn modelId="{BC12F605-C875-4332-8D03-0CEAD1974997}" type="presParOf" srcId="{9E6D1EBC-BB02-47EA-8D6C-DFF389D88B00}" destId="{C1B29246-1C6E-43F3-BA38-9BCFAEC4B9B0}" srcOrd="1" destOrd="0" presId="urn:diagrams.loki3.com/BracketList"/>
    <dgm:cxn modelId="{81169010-02F7-41C9-9E57-FA3935B32999}" type="presParOf" srcId="{9E6D1EBC-BB02-47EA-8D6C-DFF389D88B00}" destId="{0FAC5197-82B6-43C3-972E-7C842FA845EA}" srcOrd="2" destOrd="0" presId="urn:diagrams.loki3.com/BracketList"/>
    <dgm:cxn modelId="{AF940B92-35AC-4ED2-A714-10901944C5B2}" type="presParOf" srcId="{0FAC5197-82B6-43C3-972E-7C842FA845EA}" destId="{5791AD38-897A-44F0-8AA2-2AA2CA0E3CCD}" srcOrd="0" destOrd="0" presId="urn:diagrams.loki3.com/BracketList"/>
    <dgm:cxn modelId="{556C1C3B-82CC-4EBB-9AC8-5E37B1C4B761}" type="presParOf" srcId="{0FAC5197-82B6-43C3-972E-7C842FA845EA}" destId="{A3CF1A1F-A6A3-402F-B375-E15665B6AA0C}" srcOrd="1" destOrd="0" presId="urn:diagrams.loki3.com/BracketList"/>
    <dgm:cxn modelId="{5EBD9E6F-17C6-4BA0-92C8-5132EF5CCB69}" type="presParOf" srcId="{0FAC5197-82B6-43C3-972E-7C842FA845EA}" destId="{C6792E3D-9A74-40A4-9653-F230E292F751}" srcOrd="2" destOrd="0" presId="urn:diagrams.loki3.com/BracketList"/>
    <dgm:cxn modelId="{DD776A52-EB1B-4F4B-97A5-4AEAFC570290}" type="presParOf" srcId="{0FAC5197-82B6-43C3-972E-7C842FA845EA}" destId="{868FEC33-0FE9-47A0-AA0E-252AC02B02CB}" srcOrd="3" destOrd="0" presId="urn:diagrams.loki3.com/BracketList"/>
    <dgm:cxn modelId="{CDF43B66-BFE7-4976-B7ED-AA90C2ACB812}" type="presParOf" srcId="{9E6D1EBC-BB02-47EA-8D6C-DFF389D88B00}" destId="{908E7F0E-16BD-4432-B5B7-09DC22B47370}" srcOrd="3" destOrd="0" presId="urn:diagrams.loki3.com/BracketList"/>
    <dgm:cxn modelId="{8FB1BBF8-ACDD-47FD-970C-BC97C55EB972}" type="presParOf" srcId="{9E6D1EBC-BB02-47EA-8D6C-DFF389D88B00}" destId="{7451F728-5DA0-4DC1-8160-E6C8D916615B}" srcOrd="4" destOrd="0" presId="urn:diagrams.loki3.com/BracketList"/>
    <dgm:cxn modelId="{F6708A5F-0F4B-4538-AF0E-A4D84D34769C}" type="presParOf" srcId="{7451F728-5DA0-4DC1-8160-E6C8D916615B}" destId="{B12D8C5A-17BC-403E-8952-1BC4733125AE}" srcOrd="0" destOrd="0" presId="urn:diagrams.loki3.com/BracketList"/>
    <dgm:cxn modelId="{43CB33A9-488C-41BF-9BF7-0DA4C6FE4E77}" type="presParOf" srcId="{7451F728-5DA0-4DC1-8160-E6C8D916615B}" destId="{FBCA80FE-55DC-476E-8076-8B850463C803}" srcOrd="1" destOrd="0" presId="urn:diagrams.loki3.com/BracketList"/>
    <dgm:cxn modelId="{A5FC7C96-7D13-4B9A-88DA-F434B1AB0D80}" type="presParOf" srcId="{7451F728-5DA0-4DC1-8160-E6C8D916615B}" destId="{075ABFE5-DA6D-4C98-8B3F-8B146E1F5B1B}" srcOrd="2" destOrd="0" presId="urn:diagrams.loki3.com/BracketList"/>
    <dgm:cxn modelId="{6FCA428E-829A-4037-AFDC-FE8CE4B5465B}" type="presParOf" srcId="{7451F728-5DA0-4DC1-8160-E6C8D916615B}" destId="{C9C5FE35-84C2-4B1B-98DF-BFD243874055}" srcOrd="3" destOrd="0" presId="urn:diagrams.loki3.com/BracketList"/>
    <dgm:cxn modelId="{62396B2F-68A0-48D2-A07D-A6102416F446}" type="presParOf" srcId="{9E6D1EBC-BB02-47EA-8D6C-DFF389D88B00}" destId="{CE856288-3600-41E2-B393-0AF5E237B2C4}" srcOrd="5" destOrd="0" presId="urn:diagrams.loki3.com/BracketList"/>
    <dgm:cxn modelId="{0A603644-B2FE-4213-9134-5CAAE43D44BB}" type="presParOf" srcId="{9E6D1EBC-BB02-47EA-8D6C-DFF389D88B00}" destId="{701B91BC-EE05-4512-928A-402360C25484}" srcOrd="6" destOrd="0" presId="urn:diagrams.loki3.com/BracketList"/>
    <dgm:cxn modelId="{5139674A-1D5D-4044-93DB-6245558527F7}" type="presParOf" srcId="{701B91BC-EE05-4512-928A-402360C25484}" destId="{B3A69181-7C77-4C97-BD05-78EA9E8166A1}" srcOrd="0" destOrd="0" presId="urn:diagrams.loki3.com/BracketList"/>
    <dgm:cxn modelId="{DFAB72A5-0766-4714-B62F-4D9EA5A7193E}" type="presParOf" srcId="{701B91BC-EE05-4512-928A-402360C25484}" destId="{98288319-4948-4E5F-9DBB-DF2378A3FA94}" srcOrd="1" destOrd="0" presId="urn:diagrams.loki3.com/BracketList"/>
    <dgm:cxn modelId="{9D512D41-AFAA-452E-82FB-10FC3228A881}" type="presParOf" srcId="{701B91BC-EE05-4512-928A-402360C25484}" destId="{FC174B42-3CCD-4F31-BC79-6EA7A79F9601}" srcOrd="2" destOrd="0" presId="urn:diagrams.loki3.com/BracketList"/>
    <dgm:cxn modelId="{66277E60-C76E-4B83-8F21-DE442BFD7895}" type="presParOf" srcId="{701B91BC-EE05-4512-928A-402360C25484}" destId="{15E53ED2-BB7A-4CE5-8F8A-32DDD60982FD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009C07-A542-44D8-8FD7-A6E11D6A70D0}" type="doc">
      <dgm:prSet loTypeId="urn:diagrams.loki3.com/Bracket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bg-BG"/>
        </a:p>
      </dgm:t>
    </dgm:pt>
    <dgm:pt modelId="{754FFEF9-E7D6-4B47-A3CE-8817E1577414}">
      <dgm:prSet/>
      <dgm:spPr/>
      <dgm:t>
        <a:bodyPr/>
        <a:lstStyle/>
        <a:p>
          <a:r>
            <a:rPr lang="bg-BG" b="1" dirty="0"/>
            <a:t>Разработка на НМ за:</a:t>
          </a:r>
        </a:p>
      </dgm:t>
    </dgm:pt>
    <dgm:pt modelId="{F012D1C6-CEC1-4D31-8537-C98CAF2DD819}" type="parTrans" cxnId="{689E0C03-EDB6-4961-989D-DF790883F6E8}">
      <dgm:prSet/>
      <dgm:spPr/>
      <dgm:t>
        <a:bodyPr/>
        <a:lstStyle/>
        <a:p>
          <a:endParaRPr lang="bg-BG"/>
        </a:p>
      </dgm:t>
    </dgm:pt>
    <dgm:pt modelId="{651AE79F-26B8-40DD-A60B-1CEBD6E5C0F9}" type="sibTrans" cxnId="{689E0C03-EDB6-4961-989D-DF790883F6E8}">
      <dgm:prSet/>
      <dgm:spPr/>
      <dgm:t>
        <a:bodyPr/>
        <a:lstStyle/>
        <a:p>
          <a:endParaRPr lang="bg-BG"/>
        </a:p>
      </dgm:t>
    </dgm:pt>
    <dgm:pt modelId="{6E91BF75-A216-4CC9-ABCF-362E45E6387D}">
      <dgm:prSet/>
      <dgm:spPr/>
      <dgm:t>
        <a:bodyPr/>
        <a:lstStyle/>
        <a:p>
          <a:r>
            <a:rPr lang="bg-BG" b="1" dirty="0"/>
            <a:t>Данните</a:t>
          </a:r>
          <a:endParaRPr lang="bg-BG" dirty="0"/>
        </a:p>
      </dgm:t>
    </dgm:pt>
    <dgm:pt modelId="{7D2BF44E-7E4C-4AB6-9C11-1A41397D3C50}" type="parTrans" cxnId="{4EC3D841-99A2-4EEB-BEAD-F2773AFB7132}">
      <dgm:prSet/>
      <dgm:spPr/>
      <dgm:t>
        <a:bodyPr/>
        <a:lstStyle/>
        <a:p>
          <a:endParaRPr lang="bg-BG"/>
        </a:p>
      </dgm:t>
    </dgm:pt>
    <dgm:pt modelId="{F6E48466-2415-428C-B452-C2B9D6843808}" type="sibTrans" cxnId="{4EC3D841-99A2-4EEB-BEAD-F2773AFB7132}">
      <dgm:prSet/>
      <dgm:spPr/>
      <dgm:t>
        <a:bodyPr/>
        <a:lstStyle/>
        <a:p>
          <a:endParaRPr lang="bg-BG"/>
        </a:p>
      </dgm:t>
    </dgm:pt>
    <dgm:pt modelId="{205FC588-D6C0-4C4A-B366-960B080074F6}">
      <dgm:prSet/>
      <dgm:spPr/>
      <dgm:t>
        <a:bodyPr/>
        <a:lstStyle/>
        <a:p>
          <a:r>
            <a:rPr lang="bg-BG" b="1" dirty="0"/>
            <a:t>Презентация</a:t>
          </a:r>
        </a:p>
      </dgm:t>
    </dgm:pt>
    <dgm:pt modelId="{0973D034-47FA-4B7E-896F-3E16EE3E5A48}" type="parTrans" cxnId="{AAFC2640-E13A-45BE-AEA3-D1ADA04F2C9B}">
      <dgm:prSet/>
      <dgm:spPr/>
      <dgm:t>
        <a:bodyPr/>
        <a:lstStyle/>
        <a:p>
          <a:endParaRPr lang="bg-BG"/>
        </a:p>
      </dgm:t>
    </dgm:pt>
    <dgm:pt modelId="{C9A37558-82DE-4E19-8994-663C486AA275}" type="sibTrans" cxnId="{AAFC2640-E13A-45BE-AEA3-D1ADA04F2C9B}">
      <dgm:prSet/>
      <dgm:spPr/>
      <dgm:t>
        <a:bodyPr/>
        <a:lstStyle/>
        <a:p>
          <a:endParaRPr lang="bg-BG"/>
        </a:p>
      </dgm:t>
    </dgm:pt>
    <dgm:pt modelId="{2A1D5AE3-43BC-4B33-8793-B6F71F490979}">
      <dgm:prSet/>
      <dgm:spPr/>
      <dgm:t>
        <a:bodyPr/>
        <a:lstStyle/>
        <a:p>
          <a:r>
            <a:rPr lang="bg-BG"/>
            <a:t>Описвате каква е задачата, т.е. каква целта</a:t>
          </a:r>
        </a:p>
      </dgm:t>
    </dgm:pt>
    <dgm:pt modelId="{900236FA-85C0-47BC-A641-0C2055C7F7C5}" type="parTrans" cxnId="{F8E3F43C-9480-453A-9A08-29A3F9BB63C9}">
      <dgm:prSet/>
      <dgm:spPr/>
      <dgm:t>
        <a:bodyPr/>
        <a:lstStyle/>
        <a:p>
          <a:endParaRPr lang="bg-BG"/>
        </a:p>
      </dgm:t>
    </dgm:pt>
    <dgm:pt modelId="{3E7186FE-021E-4E81-853B-E4D743C30D87}" type="sibTrans" cxnId="{F8E3F43C-9480-453A-9A08-29A3F9BB63C9}">
      <dgm:prSet/>
      <dgm:spPr/>
      <dgm:t>
        <a:bodyPr/>
        <a:lstStyle/>
        <a:p>
          <a:endParaRPr lang="bg-BG"/>
        </a:p>
      </dgm:t>
    </dgm:pt>
    <dgm:pt modelId="{B7A918C9-E2C3-4238-AD42-29DF055601F9}">
      <dgm:prSet/>
      <dgm:spPr/>
      <dgm:t>
        <a:bodyPr/>
        <a:lstStyle/>
        <a:p>
          <a:r>
            <a:rPr lang="bg-BG"/>
            <a:t>Данните:</a:t>
          </a:r>
        </a:p>
      </dgm:t>
    </dgm:pt>
    <dgm:pt modelId="{2587549E-D25C-4067-BF51-3DD21B5B6399}" type="parTrans" cxnId="{1E3449C4-25EB-46FE-85F3-47CC4439A393}">
      <dgm:prSet/>
      <dgm:spPr/>
      <dgm:t>
        <a:bodyPr/>
        <a:lstStyle/>
        <a:p>
          <a:endParaRPr lang="bg-BG"/>
        </a:p>
      </dgm:t>
    </dgm:pt>
    <dgm:pt modelId="{D19F00D9-ECC1-4101-8EA1-BFCE635AEAD1}" type="sibTrans" cxnId="{1E3449C4-25EB-46FE-85F3-47CC4439A393}">
      <dgm:prSet/>
      <dgm:spPr/>
      <dgm:t>
        <a:bodyPr/>
        <a:lstStyle/>
        <a:p>
          <a:endParaRPr lang="bg-BG"/>
        </a:p>
      </dgm:t>
    </dgm:pt>
    <dgm:pt modelId="{856FC8EF-9442-4C76-81B8-9F74043A2B25}">
      <dgm:prSet/>
      <dgm:spPr/>
      <dgm:t>
        <a:bodyPr/>
        <a:lstStyle/>
        <a:p>
          <a:r>
            <a:rPr lang="bg-BG" dirty="0"/>
            <a:t>Как изглеждат данните</a:t>
          </a:r>
        </a:p>
      </dgm:t>
    </dgm:pt>
    <dgm:pt modelId="{288292C0-BE01-4801-B4FC-E20ECD85A578}" type="parTrans" cxnId="{B20C0F5F-FC0C-4130-AC09-411D0ED66F57}">
      <dgm:prSet/>
      <dgm:spPr/>
      <dgm:t>
        <a:bodyPr/>
        <a:lstStyle/>
        <a:p>
          <a:endParaRPr lang="bg-BG"/>
        </a:p>
      </dgm:t>
    </dgm:pt>
    <dgm:pt modelId="{651CA909-A11E-4A5F-9F98-830FBB41703C}" type="sibTrans" cxnId="{B20C0F5F-FC0C-4130-AC09-411D0ED66F57}">
      <dgm:prSet/>
      <dgm:spPr/>
      <dgm:t>
        <a:bodyPr/>
        <a:lstStyle/>
        <a:p>
          <a:endParaRPr lang="bg-BG"/>
        </a:p>
      </dgm:t>
    </dgm:pt>
    <dgm:pt modelId="{1A3D386E-EC15-43DF-9490-5FDDB46AC19E}">
      <dgm:prSet/>
      <dgm:spPr/>
      <dgm:t>
        <a:bodyPr/>
        <a:lstStyle/>
        <a:p>
          <a:r>
            <a:rPr lang="bg-BG" dirty="0"/>
            <a:t>Какви трансформации и предварителни анализи сте направили върху данните </a:t>
          </a:r>
        </a:p>
      </dgm:t>
    </dgm:pt>
    <dgm:pt modelId="{B0712B03-3BA5-4A79-80C8-27C13617A2BA}" type="parTrans" cxnId="{C97F31FB-EAA6-4A89-971D-69DE561205AF}">
      <dgm:prSet/>
      <dgm:spPr/>
      <dgm:t>
        <a:bodyPr/>
        <a:lstStyle/>
        <a:p>
          <a:endParaRPr lang="bg-BG"/>
        </a:p>
      </dgm:t>
    </dgm:pt>
    <dgm:pt modelId="{6D079A7B-9891-48AC-9C6E-1FBBF836F224}" type="sibTrans" cxnId="{C97F31FB-EAA6-4A89-971D-69DE561205AF}">
      <dgm:prSet/>
      <dgm:spPr/>
      <dgm:t>
        <a:bodyPr/>
        <a:lstStyle/>
        <a:p>
          <a:endParaRPr lang="bg-BG"/>
        </a:p>
      </dgm:t>
    </dgm:pt>
    <dgm:pt modelId="{FDC6B6A7-3FFC-4178-9FC4-15821E9DF5CA}">
      <dgm:prSet/>
      <dgm:spPr/>
      <dgm:t>
        <a:bodyPr/>
        <a:lstStyle/>
        <a:p>
          <a:r>
            <a:rPr lang="bg-BG"/>
            <a:t>До какви изводи сте стигнали за данните</a:t>
          </a:r>
        </a:p>
      </dgm:t>
    </dgm:pt>
    <dgm:pt modelId="{6E6AB643-9AE3-4C15-A7BC-7838B76E23D5}" type="parTrans" cxnId="{DCA470E6-D28B-4E24-AC29-3E373AD8590C}">
      <dgm:prSet/>
      <dgm:spPr/>
      <dgm:t>
        <a:bodyPr/>
        <a:lstStyle/>
        <a:p>
          <a:endParaRPr lang="bg-BG"/>
        </a:p>
      </dgm:t>
    </dgm:pt>
    <dgm:pt modelId="{FE8F30D2-0798-46E1-A96D-47FC104BEF8F}" type="sibTrans" cxnId="{DCA470E6-D28B-4E24-AC29-3E373AD8590C}">
      <dgm:prSet/>
      <dgm:spPr/>
      <dgm:t>
        <a:bodyPr/>
        <a:lstStyle/>
        <a:p>
          <a:endParaRPr lang="bg-BG"/>
        </a:p>
      </dgm:t>
    </dgm:pt>
    <dgm:pt modelId="{49974929-B46E-497C-AD8F-CB38F9DE360E}">
      <dgm:prSet/>
      <dgm:spPr/>
      <dgm:t>
        <a:bodyPr/>
        <a:lstStyle/>
        <a:p>
          <a:r>
            <a:rPr lang="bg-BG"/>
            <a:t>Как решавате задачата:</a:t>
          </a:r>
        </a:p>
      </dgm:t>
    </dgm:pt>
    <dgm:pt modelId="{BD6D0213-2B2F-40FE-A8C2-965FEEB360DF}" type="parTrans" cxnId="{007579E1-27FB-46BE-9C98-929CBB3DCDBE}">
      <dgm:prSet/>
      <dgm:spPr/>
      <dgm:t>
        <a:bodyPr/>
        <a:lstStyle/>
        <a:p>
          <a:endParaRPr lang="bg-BG"/>
        </a:p>
      </dgm:t>
    </dgm:pt>
    <dgm:pt modelId="{7E13D7A1-3D2F-4901-85C4-F78BC7763347}" type="sibTrans" cxnId="{007579E1-27FB-46BE-9C98-929CBB3DCDBE}">
      <dgm:prSet/>
      <dgm:spPr/>
      <dgm:t>
        <a:bodyPr/>
        <a:lstStyle/>
        <a:p>
          <a:endParaRPr lang="bg-BG"/>
        </a:p>
      </dgm:t>
    </dgm:pt>
    <dgm:pt modelId="{9F189F18-4475-40B4-83BF-0525D79A98E2}">
      <dgm:prSet/>
      <dgm:spPr/>
      <dgm:t>
        <a:bodyPr/>
        <a:lstStyle/>
        <a:p>
          <a:r>
            <a:rPr lang="bg-BG" dirty="0"/>
            <a:t>С каква НМ, архитектура, параметри и хиперпараметри</a:t>
          </a:r>
        </a:p>
      </dgm:t>
    </dgm:pt>
    <dgm:pt modelId="{D9F4292E-99B9-40E6-902E-7463E9F6575A}" type="parTrans" cxnId="{2D6EECBF-D2FC-4250-8F32-7836CD5C4AE2}">
      <dgm:prSet/>
      <dgm:spPr/>
      <dgm:t>
        <a:bodyPr/>
        <a:lstStyle/>
        <a:p>
          <a:endParaRPr lang="bg-BG"/>
        </a:p>
      </dgm:t>
    </dgm:pt>
    <dgm:pt modelId="{5BCB9317-A3A5-4368-921C-D1349913427B}" type="sibTrans" cxnId="{2D6EECBF-D2FC-4250-8F32-7836CD5C4AE2}">
      <dgm:prSet/>
      <dgm:spPr/>
      <dgm:t>
        <a:bodyPr/>
        <a:lstStyle/>
        <a:p>
          <a:endParaRPr lang="bg-BG"/>
        </a:p>
      </dgm:t>
    </dgm:pt>
    <dgm:pt modelId="{68C2787F-3908-4647-B66B-039E1BC4E969}">
      <dgm:prSet/>
      <dgm:spPr/>
      <dgm:t>
        <a:bodyPr/>
        <a:lstStyle/>
        <a:p>
          <a:r>
            <a:rPr lang="bg-BG" dirty="0"/>
            <a:t>Какви резултати сте получили и какво означават те</a:t>
          </a:r>
        </a:p>
      </dgm:t>
    </dgm:pt>
    <dgm:pt modelId="{C1C8EBB3-22DE-4699-B8BC-550E6C0D6954}" type="parTrans" cxnId="{89CBF2A7-090C-4333-BFD7-5DCBB3183396}">
      <dgm:prSet/>
      <dgm:spPr/>
      <dgm:t>
        <a:bodyPr/>
        <a:lstStyle/>
        <a:p>
          <a:endParaRPr lang="bg-BG"/>
        </a:p>
      </dgm:t>
    </dgm:pt>
    <dgm:pt modelId="{B91CC842-D270-4BA3-AA23-6493D5F2AD0B}" type="sibTrans" cxnId="{89CBF2A7-090C-4333-BFD7-5DCBB3183396}">
      <dgm:prSet/>
      <dgm:spPr/>
      <dgm:t>
        <a:bodyPr/>
        <a:lstStyle/>
        <a:p>
          <a:endParaRPr lang="bg-BG"/>
        </a:p>
      </dgm:t>
    </dgm:pt>
    <dgm:pt modelId="{8114CEEA-B003-40BE-951E-9AF79DC013CA}">
      <dgm:prSet/>
      <dgm:spPr/>
      <dgm:t>
        <a:bodyPr/>
        <a:lstStyle/>
        <a:p>
          <a:r>
            <a:rPr lang="bg-BG"/>
            <a:t>Технологично описание:</a:t>
          </a:r>
        </a:p>
      </dgm:t>
    </dgm:pt>
    <dgm:pt modelId="{4FAD3AD1-E971-4615-A8AE-1777E7718E85}" type="parTrans" cxnId="{2F97F268-51FF-4715-8713-5F626AB07D28}">
      <dgm:prSet/>
      <dgm:spPr/>
      <dgm:t>
        <a:bodyPr/>
        <a:lstStyle/>
        <a:p>
          <a:endParaRPr lang="bg-BG"/>
        </a:p>
      </dgm:t>
    </dgm:pt>
    <dgm:pt modelId="{92776DD3-ECB6-4936-9FA1-30CDB8B8BC95}" type="sibTrans" cxnId="{2F97F268-51FF-4715-8713-5F626AB07D28}">
      <dgm:prSet/>
      <dgm:spPr/>
      <dgm:t>
        <a:bodyPr/>
        <a:lstStyle/>
        <a:p>
          <a:endParaRPr lang="bg-BG"/>
        </a:p>
      </dgm:t>
    </dgm:pt>
    <dgm:pt modelId="{36A74EC8-F739-4FB3-B8FF-D6A42E6DCBB8}">
      <dgm:prSet/>
      <dgm:spPr/>
      <dgm:t>
        <a:bodyPr/>
        <a:lstStyle/>
        <a:p>
          <a:r>
            <a:rPr lang="bg-BG"/>
            <a:t>Каква среда за разработка е използвана</a:t>
          </a:r>
        </a:p>
      </dgm:t>
    </dgm:pt>
    <dgm:pt modelId="{B7409D87-D789-4501-B1DE-32242F198208}" type="parTrans" cxnId="{D4012189-4CEB-4894-AB4F-5B0A9779AD85}">
      <dgm:prSet/>
      <dgm:spPr/>
      <dgm:t>
        <a:bodyPr/>
        <a:lstStyle/>
        <a:p>
          <a:endParaRPr lang="bg-BG"/>
        </a:p>
      </dgm:t>
    </dgm:pt>
    <dgm:pt modelId="{EF7CC1A5-1095-4182-9079-D3D0D0E93F7D}" type="sibTrans" cxnId="{D4012189-4CEB-4894-AB4F-5B0A9779AD85}">
      <dgm:prSet/>
      <dgm:spPr/>
      <dgm:t>
        <a:bodyPr/>
        <a:lstStyle/>
        <a:p>
          <a:endParaRPr lang="bg-BG"/>
        </a:p>
      </dgm:t>
    </dgm:pt>
    <dgm:pt modelId="{6349F6FF-9788-4AE9-B888-84723BEC1E74}">
      <dgm:prSet/>
      <dgm:spPr/>
      <dgm:t>
        <a:bodyPr/>
        <a:lstStyle/>
        <a:p>
          <a:r>
            <a:rPr lang="bg-BG"/>
            <a:t>Какъв стек от модули (библиотеки) е използван</a:t>
          </a:r>
        </a:p>
      </dgm:t>
    </dgm:pt>
    <dgm:pt modelId="{C24D6876-DF13-4CE5-B9F9-BBBAACC65705}" type="parTrans" cxnId="{9CF72E7D-6C25-4975-82C1-09992A1C62B0}">
      <dgm:prSet/>
      <dgm:spPr/>
      <dgm:t>
        <a:bodyPr/>
        <a:lstStyle/>
        <a:p>
          <a:endParaRPr lang="bg-BG"/>
        </a:p>
      </dgm:t>
    </dgm:pt>
    <dgm:pt modelId="{9D641A17-CD40-48B6-AF96-1380427E1E2E}" type="sibTrans" cxnId="{9CF72E7D-6C25-4975-82C1-09992A1C62B0}">
      <dgm:prSet/>
      <dgm:spPr/>
      <dgm:t>
        <a:bodyPr/>
        <a:lstStyle/>
        <a:p>
          <a:endParaRPr lang="bg-BG"/>
        </a:p>
      </dgm:t>
    </dgm:pt>
    <dgm:pt modelId="{49B6F536-A140-45A9-8092-FA78679335F2}">
      <dgm:prSet/>
      <dgm:spPr/>
      <dgm:t>
        <a:bodyPr/>
        <a:lstStyle/>
        <a:p>
          <a:r>
            <a:rPr lang="bg-BG" dirty="0"/>
            <a:t>Върху какъв хардуер е работено</a:t>
          </a:r>
        </a:p>
      </dgm:t>
    </dgm:pt>
    <dgm:pt modelId="{DAD0BF5A-2CEF-4B28-ABE6-8408F6FE2AC2}" type="parTrans" cxnId="{38E0031E-6584-45EA-A68A-EB4AAEFDCD7F}">
      <dgm:prSet/>
      <dgm:spPr/>
      <dgm:t>
        <a:bodyPr/>
        <a:lstStyle/>
        <a:p>
          <a:endParaRPr lang="bg-BG"/>
        </a:p>
      </dgm:t>
    </dgm:pt>
    <dgm:pt modelId="{BAE9D796-7499-4A05-89EB-2661AAE41310}" type="sibTrans" cxnId="{38E0031E-6584-45EA-A68A-EB4AAEFDCD7F}">
      <dgm:prSet/>
      <dgm:spPr/>
      <dgm:t>
        <a:bodyPr/>
        <a:lstStyle/>
        <a:p>
          <a:endParaRPr lang="bg-BG"/>
        </a:p>
      </dgm:t>
    </dgm:pt>
    <dgm:pt modelId="{A44CA577-B07E-4B7A-A20D-D77D896BF17F}">
      <dgm:prSet/>
      <dgm:spPr/>
      <dgm:t>
        <a:bodyPr/>
        <a:lstStyle/>
        <a:p>
          <a:r>
            <a:rPr lang="bg-BG" dirty="0"/>
            <a:t>Прогнозиране на стойности или класификация или </a:t>
          </a:r>
          <a:r>
            <a:rPr lang="bg-BG" dirty="0" err="1"/>
            <a:t>клъстеризация</a:t>
          </a:r>
          <a:endParaRPr lang="bg-BG" dirty="0"/>
        </a:p>
      </dgm:t>
    </dgm:pt>
    <dgm:pt modelId="{760897CF-2568-4604-BF83-4F02544FE9D9}" type="parTrans" cxnId="{D34FD8A5-D02F-40F5-A7EC-201E54518F62}">
      <dgm:prSet/>
      <dgm:spPr/>
      <dgm:t>
        <a:bodyPr/>
        <a:lstStyle/>
        <a:p>
          <a:endParaRPr lang="bg-BG"/>
        </a:p>
      </dgm:t>
    </dgm:pt>
    <dgm:pt modelId="{449CCED4-2E84-4D84-85D8-5689EE720130}" type="sibTrans" cxnId="{D34FD8A5-D02F-40F5-A7EC-201E54518F62}">
      <dgm:prSet/>
      <dgm:spPr/>
      <dgm:t>
        <a:bodyPr/>
        <a:lstStyle/>
        <a:p>
          <a:endParaRPr lang="bg-BG"/>
        </a:p>
      </dgm:t>
    </dgm:pt>
    <dgm:pt modelId="{013822A3-C7D6-4A7D-91E1-A31500D17996}">
      <dgm:prSet/>
      <dgm:spPr/>
      <dgm:t>
        <a:bodyPr/>
        <a:lstStyle/>
        <a:p>
          <a:r>
            <a:rPr lang="bg-BG" dirty="0"/>
            <a:t>могат да бъдат реални или изкуствени, </a:t>
          </a:r>
        </a:p>
      </dgm:t>
    </dgm:pt>
    <dgm:pt modelId="{4EF5786D-4EEB-475A-9D71-5ADD82D7A748}" type="parTrans" cxnId="{1F0F72E2-463A-457F-A349-230B054FF6BB}">
      <dgm:prSet/>
      <dgm:spPr/>
      <dgm:t>
        <a:bodyPr/>
        <a:lstStyle/>
        <a:p>
          <a:endParaRPr lang="bg-BG"/>
        </a:p>
      </dgm:t>
    </dgm:pt>
    <dgm:pt modelId="{7287A917-AA16-425D-9B0D-C33895CFEC60}" type="sibTrans" cxnId="{1F0F72E2-463A-457F-A349-230B054FF6BB}">
      <dgm:prSet/>
      <dgm:spPr/>
      <dgm:t>
        <a:bodyPr/>
        <a:lstStyle/>
        <a:p>
          <a:endParaRPr lang="bg-BG"/>
        </a:p>
      </dgm:t>
    </dgm:pt>
    <dgm:pt modelId="{0264B6AA-A8B9-43CF-B88F-ACE8AA6B3CCC}">
      <dgm:prSet/>
      <dgm:spPr/>
      <dgm:t>
        <a:bodyPr/>
        <a:lstStyle/>
        <a:p>
          <a:r>
            <a:rPr lang="bg-BG" dirty="0"/>
            <a:t>може да ползвате за база и научни </a:t>
          </a:r>
          <a:r>
            <a:rPr lang="bg-BG" dirty="0" err="1"/>
            <a:t>публикации,в</a:t>
          </a:r>
          <a:r>
            <a:rPr lang="bg-BG" dirty="0"/>
            <a:t> които има линк към данните и да опитате да възпроизведете резултата или да го подобрите.</a:t>
          </a:r>
        </a:p>
      </dgm:t>
    </dgm:pt>
    <dgm:pt modelId="{F8B8BF12-6896-499A-9191-9E9002E86027}" type="parTrans" cxnId="{476D9516-C893-44D8-A90A-BD6BE1185C0D}">
      <dgm:prSet/>
      <dgm:spPr/>
      <dgm:t>
        <a:bodyPr/>
        <a:lstStyle/>
        <a:p>
          <a:endParaRPr lang="bg-BG"/>
        </a:p>
      </dgm:t>
    </dgm:pt>
    <dgm:pt modelId="{77D1510F-70B4-4B08-8D59-EE3BA33531F2}" type="sibTrans" cxnId="{476D9516-C893-44D8-A90A-BD6BE1185C0D}">
      <dgm:prSet/>
      <dgm:spPr/>
      <dgm:t>
        <a:bodyPr/>
        <a:lstStyle/>
        <a:p>
          <a:endParaRPr lang="bg-BG"/>
        </a:p>
      </dgm:t>
    </dgm:pt>
    <dgm:pt modelId="{EAE3956C-62E4-412B-9403-FDF8D36D11DA}">
      <dgm:prSet/>
      <dgm:spPr/>
      <dgm:t>
        <a:bodyPr/>
        <a:lstStyle/>
        <a:p>
          <a:r>
            <a:rPr lang="bg-BG" dirty="0"/>
            <a:t>Качвате в </a:t>
          </a:r>
          <a:r>
            <a:rPr lang="bg-BG" dirty="0" err="1"/>
            <a:t>мудъл</a:t>
          </a:r>
          <a:endParaRPr lang="bg-BG" dirty="0"/>
        </a:p>
      </dgm:t>
    </dgm:pt>
    <dgm:pt modelId="{361FE448-B7A9-4E83-8EB3-8D0DFE41EB55}" type="parTrans" cxnId="{79E60968-1C22-48AF-BBA9-F74BB51D665F}">
      <dgm:prSet/>
      <dgm:spPr/>
      <dgm:t>
        <a:bodyPr/>
        <a:lstStyle/>
        <a:p>
          <a:endParaRPr lang="bg-BG"/>
        </a:p>
      </dgm:t>
    </dgm:pt>
    <dgm:pt modelId="{B9726A4F-E73E-4A83-97F9-6E5D1AA3E856}" type="sibTrans" cxnId="{79E60968-1C22-48AF-BBA9-F74BB51D665F}">
      <dgm:prSet/>
      <dgm:spPr/>
      <dgm:t>
        <a:bodyPr/>
        <a:lstStyle/>
        <a:p>
          <a:endParaRPr lang="bg-BG"/>
        </a:p>
      </dgm:t>
    </dgm:pt>
    <dgm:pt modelId="{08D88425-4810-4931-9756-1F08CBCB1508}">
      <dgm:prSet/>
      <dgm:spPr/>
      <dgm:t>
        <a:bodyPr/>
        <a:lstStyle/>
        <a:p>
          <a:r>
            <a:rPr lang="bg-BG" dirty="0"/>
            <a:t>Презентацията</a:t>
          </a:r>
        </a:p>
      </dgm:t>
    </dgm:pt>
    <dgm:pt modelId="{2203FC0A-3A76-49A1-8923-749E50596196}" type="parTrans" cxnId="{8A5914DB-226A-4CA6-857E-9486AAACC119}">
      <dgm:prSet/>
      <dgm:spPr/>
      <dgm:t>
        <a:bodyPr/>
        <a:lstStyle/>
        <a:p>
          <a:endParaRPr lang="bg-BG"/>
        </a:p>
      </dgm:t>
    </dgm:pt>
    <dgm:pt modelId="{AD302649-5DFB-4EFD-9AD1-63A5E7915A01}" type="sibTrans" cxnId="{8A5914DB-226A-4CA6-857E-9486AAACC119}">
      <dgm:prSet/>
      <dgm:spPr/>
      <dgm:t>
        <a:bodyPr/>
        <a:lstStyle/>
        <a:p>
          <a:endParaRPr lang="bg-BG"/>
        </a:p>
      </dgm:t>
    </dgm:pt>
    <dgm:pt modelId="{865D23C3-99DE-4464-9D1B-C9CFBE8E1983}">
      <dgm:prSet/>
      <dgm:spPr/>
      <dgm:t>
        <a:bodyPr/>
        <a:lstStyle/>
        <a:p>
          <a:r>
            <a:rPr lang="bg-BG" dirty="0"/>
            <a:t>Сорс кода</a:t>
          </a:r>
        </a:p>
      </dgm:t>
    </dgm:pt>
    <dgm:pt modelId="{0A49DB42-F08E-4F4D-B71B-D8E0A0570650}" type="parTrans" cxnId="{1030FF46-822F-43F3-8987-846D43BD50A9}">
      <dgm:prSet/>
      <dgm:spPr/>
      <dgm:t>
        <a:bodyPr/>
        <a:lstStyle/>
        <a:p>
          <a:endParaRPr lang="bg-BG"/>
        </a:p>
      </dgm:t>
    </dgm:pt>
    <dgm:pt modelId="{82FCE0E1-8BA2-4451-BAA8-29CED6314288}" type="sibTrans" cxnId="{1030FF46-822F-43F3-8987-846D43BD50A9}">
      <dgm:prSet/>
      <dgm:spPr/>
      <dgm:t>
        <a:bodyPr/>
        <a:lstStyle/>
        <a:p>
          <a:endParaRPr lang="bg-BG"/>
        </a:p>
      </dgm:t>
    </dgm:pt>
    <dgm:pt modelId="{3D19B42B-83AD-4B80-BB84-793C0E5779EB}">
      <dgm:prSet/>
      <dgm:spPr/>
      <dgm:t>
        <a:bodyPr/>
        <a:lstStyle/>
        <a:p>
          <a:r>
            <a:rPr lang="bg-BG" b="1" dirty="0"/>
            <a:t>ЛИНК към самите данни</a:t>
          </a:r>
        </a:p>
      </dgm:t>
    </dgm:pt>
    <dgm:pt modelId="{71954596-F12F-495F-8478-234D080E604B}" type="parTrans" cxnId="{79E610ED-E6B4-4A5A-8FA5-1D0468CF63A0}">
      <dgm:prSet/>
      <dgm:spPr/>
      <dgm:t>
        <a:bodyPr/>
        <a:lstStyle/>
        <a:p>
          <a:endParaRPr lang="bg-BG"/>
        </a:p>
      </dgm:t>
    </dgm:pt>
    <dgm:pt modelId="{AD64B164-AF5E-454F-8D16-967DDE88F5E7}" type="sibTrans" cxnId="{79E610ED-E6B4-4A5A-8FA5-1D0468CF63A0}">
      <dgm:prSet/>
      <dgm:spPr/>
      <dgm:t>
        <a:bodyPr/>
        <a:lstStyle/>
        <a:p>
          <a:endParaRPr lang="bg-BG"/>
        </a:p>
      </dgm:t>
    </dgm:pt>
    <dgm:pt modelId="{4D0A7D9A-8B6C-4FB9-B258-3C02CEA8659B}">
      <dgm:prSet/>
      <dgm:spPr/>
      <dgm:t>
        <a:bodyPr/>
        <a:lstStyle/>
        <a:p>
          <a:r>
            <a:rPr lang="bg-BG" dirty="0"/>
            <a:t>Синергизъм с генетичен алгоритъм или друг разглеждан такъв в лекциите</a:t>
          </a:r>
        </a:p>
      </dgm:t>
    </dgm:pt>
    <dgm:pt modelId="{AFC05323-6304-43CB-9C89-29A6571B6E8E}" type="parTrans" cxnId="{E67AED86-14AB-4D25-9BB9-41B2DEAAB615}">
      <dgm:prSet/>
      <dgm:spPr/>
    </dgm:pt>
    <dgm:pt modelId="{6A179589-5435-4E2D-9CCC-ECD38F053FB1}" type="sibTrans" cxnId="{E67AED86-14AB-4D25-9BB9-41B2DEAAB615}">
      <dgm:prSet/>
      <dgm:spPr/>
    </dgm:pt>
    <dgm:pt modelId="{DA7AA8E1-C058-4369-988F-971715FC4BBE}">
      <dgm:prSet/>
      <dgm:spPr/>
      <dgm:t>
        <a:bodyPr/>
        <a:lstStyle/>
        <a:p>
          <a:r>
            <a:rPr lang="bg-BG" dirty="0"/>
            <a:t>Какъв синергизъм е използван, за какво и как (настройки, условия…)</a:t>
          </a:r>
        </a:p>
      </dgm:t>
    </dgm:pt>
    <dgm:pt modelId="{C54FCCBA-D568-4950-804B-B34B39CC8570}" type="parTrans" cxnId="{9AA95B16-D22C-48EE-B652-6435E3BFC158}">
      <dgm:prSet/>
      <dgm:spPr/>
    </dgm:pt>
    <dgm:pt modelId="{1771ACF8-D967-4405-B16F-DDC983903641}" type="sibTrans" cxnId="{9AA95B16-D22C-48EE-B652-6435E3BFC158}">
      <dgm:prSet/>
      <dgm:spPr/>
    </dgm:pt>
    <dgm:pt modelId="{9E6D1EBC-BB02-47EA-8D6C-DFF389D88B00}" type="pres">
      <dgm:prSet presAssocID="{72009C07-A542-44D8-8FD7-A6E11D6A70D0}" presName="Name0" presStyleCnt="0">
        <dgm:presLayoutVars>
          <dgm:dir/>
          <dgm:animLvl val="lvl"/>
          <dgm:resizeHandles val="exact"/>
        </dgm:presLayoutVars>
      </dgm:prSet>
      <dgm:spPr/>
    </dgm:pt>
    <dgm:pt modelId="{34BEC2E0-DCA8-4237-B341-0F35CA449351}" type="pres">
      <dgm:prSet presAssocID="{754FFEF9-E7D6-4B47-A3CE-8817E1577414}" presName="linNode" presStyleCnt="0"/>
      <dgm:spPr/>
    </dgm:pt>
    <dgm:pt modelId="{B1E5245C-1094-4E5C-8CB8-C81D334C4675}" type="pres">
      <dgm:prSet presAssocID="{754FFEF9-E7D6-4B47-A3CE-8817E1577414}" presName="parTx" presStyleLbl="revTx" presStyleIdx="0" presStyleCnt="4">
        <dgm:presLayoutVars>
          <dgm:chMax val="1"/>
          <dgm:bulletEnabled val="1"/>
        </dgm:presLayoutVars>
      </dgm:prSet>
      <dgm:spPr/>
    </dgm:pt>
    <dgm:pt modelId="{BA35D6D6-FF26-473C-BAE8-B64274CB8D62}" type="pres">
      <dgm:prSet presAssocID="{754FFEF9-E7D6-4B47-A3CE-8817E1577414}" presName="bracket" presStyleLbl="parChTrans1D1" presStyleIdx="0" presStyleCnt="4"/>
      <dgm:spPr/>
    </dgm:pt>
    <dgm:pt modelId="{ECD2A2AD-7151-4377-880D-2D64C6BF73B8}" type="pres">
      <dgm:prSet presAssocID="{754FFEF9-E7D6-4B47-A3CE-8817E1577414}" presName="spH" presStyleCnt="0"/>
      <dgm:spPr/>
    </dgm:pt>
    <dgm:pt modelId="{9C9D29C9-15E2-4C36-948A-AE49C7E87271}" type="pres">
      <dgm:prSet presAssocID="{754FFEF9-E7D6-4B47-A3CE-8817E1577414}" presName="desTx" presStyleLbl="node1" presStyleIdx="0" presStyleCnt="4">
        <dgm:presLayoutVars>
          <dgm:bulletEnabled val="1"/>
        </dgm:presLayoutVars>
      </dgm:prSet>
      <dgm:spPr/>
    </dgm:pt>
    <dgm:pt modelId="{C1B29246-1C6E-43F3-BA38-9BCFAEC4B9B0}" type="pres">
      <dgm:prSet presAssocID="{651AE79F-26B8-40DD-A60B-1CEBD6E5C0F9}" presName="spV" presStyleCnt="0"/>
      <dgm:spPr/>
    </dgm:pt>
    <dgm:pt modelId="{0FAC5197-82B6-43C3-972E-7C842FA845EA}" type="pres">
      <dgm:prSet presAssocID="{6E91BF75-A216-4CC9-ABCF-362E45E6387D}" presName="linNode" presStyleCnt="0"/>
      <dgm:spPr/>
    </dgm:pt>
    <dgm:pt modelId="{5791AD38-897A-44F0-8AA2-2AA2CA0E3CCD}" type="pres">
      <dgm:prSet presAssocID="{6E91BF75-A216-4CC9-ABCF-362E45E6387D}" presName="parTx" presStyleLbl="revTx" presStyleIdx="1" presStyleCnt="4">
        <dgm:presLayoutVars>
          <dgm:chMax val="1"/>
          <dgm:bulletEnabled val="1"/>
        </dgm:presLayoutVars>
      </dgm:prSet>
      <dgm:spPr/>
    </dgm:pt>
    <dgm:pt modelId="{A3CF1A1F-A6A3-402F-B375-E15665B6AA0C}" type="pres">
      <dgm:prSet presAssocID="{6E91BF75-A216-4CC9-ABCF-362E45E6387D}" presName="bracket" presStyleLbl="parChTrans1D1" presStyleIdx="1" presStyleCnt="4"/>
      <dgm:spPr/>
    </dgm:pt>
    <dgm:pt modelId="{C6792E3D-9A74-40A4-9653-F230E292F751}" type="pres">
      <dgm:prSet presAssocID="{6E91BF75-A216-4CC9-ABCF-362E45E6387D}" presName="spH" presStyleCnt="0"/>
      <dgm:spPr/>
    </dgm:pt>
    <dgm:pt modelId="{868FEC33-0FE9-47A0-AA0E-252AC02B02CB}" type="pres">
      <dgm:prSet presAssocID="{6E91BF75-A216-4CC9-ABCF-362E45E6387D}" presName="desTx" presStyleLbl="node1" presStyleIdx="1" presStyleCnt="4">
        <dgm:presLayoutVars>
          <dgm:bulletEnabled val="1"/>
        </dgm:presLayoutVars>
      </dgm:prSet>
      <dgm:spPr/>
    </dgm:pt>
    <dgm:pt modelId="{908E7F0E-16BD-4432-B5B7-09DC22B47370}" type="pres">
      <dgm:prSet presAssocID="{F6E48466-2415-428C-B452-C2B9D6843808}" presName="spV" presStyleCnt="0"/>
      <dgm:spPr/>
    </dgm:pt>
    <dgm:pt modelId="{7451F728-5DA0-4DC1-8160-E6C8D916615B}" type="pres">
      <dgm:prSet presAssocID="{205FC588-D6C0-4C4A-B366-960B080074F6}" presName="linNode" presStyleCnt="0"/>
      <dgm:spPr/>
    </dgm:pt>
    <dgm:pt modelId="{B12D8C5A-17BC-403E-8952-1BC4733125AE}" type="pres">
      <dgm:prSet presAssocID="{205FC588-D6C0-4C4A-B366-960B080074F6}" presName="parTx" presStyleLbl="revTx" presStyleIdx="2" presStyleCnt="4">
        <dgm:presLayoutVars>
          <dgm:chMax val="1"/>
          <dgm:bulletEnabled val="1"/>
        </dgm:presLayoutVars>
      </dgm:prSet>
      <dgm:spPr/>
    </dgm:pt>
    <dgm:pt modelId="{FBCA80FE-55DC-476E-8076-8B850463C803}" type="pres">
      <dgm:prSet presAssocID="{205FC588-D6C0-4C4A-B366-960B080074F6}" presName="bracket" presStyleLbl="parChTrans1D1" presStyleIdx="2" presStyleCnt="4"/>
      <dgm:spPr/>
    </dgm:pt>
    <dgm:pt modelId="{075ABFE5-DA6D-4C98-8B3F-8B146E1F5B1B}" type="pres">
      <dgm:prSet presAssocID="{205FC588-D6C0-4C4A-B366-960B080074F6}" presName="spH" presStyleCnt="0"/>
      <dgm:spPr/>
    </dgm:pt>
    <dgm:pt modelId="{C9C5FE35-84C2-4B1B-98DF-BFD243874055}" type="pres">
      <dgm:prSet presAssocID="{205FC588-D6C0-4C4A-B366-960B080074F6}" presName="desTx" presStyleLbl="node1" presStyleIdx="2" presStyleCnt="4">
        <dgm:presLayoutVars>
          <dgm:bulletEnabled val="1"/>
        </dgm:presLayoutVars>
      </dgm:prSet>
      <dgm:spPr/>
    </dgm:pt>
    <dgm:pt modelId="{CE856288-3600-41E2-B393-0AF5E237B2C4}" type="pres">
      <dgm:prSet presAssocID="{C9A37558-82DE-4E19-8994-663C486AA275}" presName="spV" presStyleCnt="0"/>
      <dgm:spPr/>
    </dgm:pt>
    <dgm:pt modelId="{701B91BC-EE05-4512-928A-402360C25484}" type="pres">
      <dgm:prSet presAssocID="{EAE3956C-62E4-412B-9403-FDF8D36D11DA}" presName="linNode" presStyleCnt="0"/>
      <dgm:spPr/>
    </dgm:pt>
    <dgm:pt modelId="{B3A69181-7C77-4C97-BD05-78EA9E8166A1}" type="pres">
      <dgm:prSet presAssocID="{EAE3956C-62E4-412B-9403-FDF8D36D11DA}" presName="parTx" presStyleLbl="revTx" presStyleIdx="3" presStyleCnt="4">
        <dgm:presLayoutVars>
          <dgm:chMax val="1"/>
          <dgm:bulletEnabled val="1"/>
        </dgm:presLayoutVars>
      </dgm:prSet>
      <dgm:spPr/>
    </dgm:pt>
    <dgm:pt modelId="{98288319-4948-4E5F-9DBB-DF2378A3FA94}" type="pres">
      <dgm:prSet presAssocID="{EAE3956C-62E4-412B-9403-FDF8D36D11DA}" presName="bracket" presStyleLbl="parChTrans1D1" presStyleIdx="3" presStyleCnt="4"/>
      <dgm:spPr/>
    </dgm:pt>
    <dgm:pt modelId="{FC174B42-3CCD-4F31-BC79-6EA7A79F9601}" type="pres">
      <dgm:prSet presAssocID="{EAE3956C-62E4-412B-9403-FDF8D36D11DA}" presName="spH" presStyleCnt="0"/>
      <dgm:spPr/>
    </dgm:pt>
    <dgm:pt modelId="{15E53ED2-BB7A-4CE5-8F8A-32DDD60982FD}" type="pres">
      <dgm:prSet presAssocID="{EAE3956C-62E4-412B-9403-FDF8D36D11DA}" presName="desTx" presStyleLbl="node1" presStyleIdx="3" presStyleCnt="4">
        <dgm:presLayoutVars>
          <dgm:bulletEnabled val="1"/>
        </dgm:presLayoutVars>
      </dgm:prSet>
      <dgm:spPr/>
    </dgm:pt>
  </dgm:ptLst>
  <dgm:cxnLst>
    <dgm:cxn modelId="{07B8B502-CBE3-43A8-AB48-A080733BDB3C}" type="presOf" srcId="{49B6F536-A140-45A9-8092-FA78679335F2}" destId="{C9C5FE35-84C2-4B1B-98DF-BFD243874055}" srcOrd="0" destOrd="13" presId="urn:diagrams.loki3.com/BracketList"/>
    <dgm:cxn modelId="{689E0C03-EDB6-4961-989D-DF790883F6E8}" srcId="{72009C07-A542-44D8-8FD7-A6E11D6A70D0}" destId="{754FFEF9-E7D6-4B47-A3CE-8817E1577414}" srcOrd="0" destOrd="0" parTransId="{F012D1C6-CEC1-4D31-8537-C98CAF2DD819}" sibTransId="{651AE79F-26B8-40DD-A60B-1CEBD6E5C0F9}"/>
    <dgm:cxn modelId="{070D4104-434B-4954-8D7C-3ABDEF42F3DB}" type="presOf" srcId="{3D19B42B-83AD-4B80-BB84-793C0E5779EB}" destId="{C9C5FE35-84C2-4B1B-98DF-BFD243874055}" srcOrd="0" destOrd="3" presId="urn:diagrams.loki3.com/BracketList"/>
    <dgm:cxn modelId="{98B71E15-1AA6-4FFF-A133-9F22AF2D84BA}" type="presOf" srcId="{B7A918C9-E2C3-4238-AD42-29DF055601F9}" destId="{C9C5FE35-84C2-4B1B-98DF-BFD243874055}" srcOrd="0" destOrd="1" presId="urn:diagrams.loki3.com/BracketList"/>
    <dgm:cxn modelId="{3B3DCA15-9B1B-47AE-BB0D-A9D2E35DC690}" type="presOf" srcId="{72009C07-A542-44D8-8FD7-A6E11D6A70D0}" destId="{9E6D1EBC-BB02-47EA-8D6C-DFF389D88B00}" srcOrd="0" destOrd="0" presId="urn:diagrams.loki3.com/BracketList"/>
    <dgm:cxn modelId="{9AA95B16-D22C-48EE-B652-6435E3BFC158}" srcId="{49974929-B46E-497C-AD8F-CB38F9DE360E}" destId="{DA7AA8E1-C058-4369-988F-971715FC4BBE}" srcOrd="1" destOrd="0" parTransId="{C54FCCBA-D568-4950-804B-B34B39CC8570}" sibTransId="{1771ACF8-D967-4405-B16F-DDC983903641}"/>
    <dgm:cxn modelId="{476D9516-C893-44D8-A90A-BD6BE1185C0D}" srcId="{6E91BF75-A216-4CC9-ABCF-362E45E6387D}" destId="{0264B6AA-A8B9-43CF-B88F-ACE8AA6B3CCC}" srcOrd="1" destOrd="0" parTransId="{F8B8BF12-6896-499A-9191-9E9002E86027}" sibTransId="{77D1510F-70B4-4B08-8D59-EE3BA33531F2}"/>
    <dgm:cxn modelId="{F3EE271B-D61C-43C3-85E1-E728A49A2142}" type="presOf" srcId="{754FFEF9-E7D6-4B47-A3CE-8817E1577414}" destId="{B1E5245C-1094-4E5C-8CB8-C81D334C4675}" srcOrd="0" destOrd="0" presId="urn:diagrams.loki3.com/BracketList"/>
    <dgm:cxn modelId="{133FE71C-F004-4A48-BBD5-577BFF0174CC}" type="presOf" srcId="{6349F6FF-9788-4AE9-B888-84723BEC1E74}" destId="{C9C5FE35-84C2-4B1B-98DF-BFD243874055}" srcOrd="0" destOrd="12" presId="urn:diagrams.loki3.com/BracketList"/>
    <dgm:cxn modelId="{38E0031E-6584-45EA-A68A-EB4AAEFDCD7F}" srcId="{8114CEEA-B003-40BE-951E-9AF79DC013CA}" destId="{49B6F536-A140-45A9-8092-FA78679335F2}" srcOrd="2" destOrd="0" parTransId="{DAD0BF5A-2CEF-4B28-ABE6-8408F6FE2AC2}" sibTransId="{BAE9D796-7499-4A05-89EB-2661AAE41310}"/>
    <dgm:cxn modelId="{8EFC9633-B805-48BC-BFED-F6EB836080B5}" type="presOf" srcId="{68C2787F-3908-4647-B66B-039E1BC4E969}" destId="{C9C5FE35-84C2-4B1B-98DF-BFD243874055}" srcOrd="0" destOrd="9" presId="urn:diagrams.loki3.com/BracketList"/>
    <dgm:cxn modelId="{10E4DF36-E188-445C-8EAF-F96848CA2FEB}" type="presOf" srcId="{08D88425-4810-4931-9756-1F08CBCB1508}" destId="{15E53ED2-BB7A-4CE5-8F8A-32DDD60982FD}" srcOrd="0" destOrd="0" presId="urn:diagrams.loki3.com/BracketList"/>
    <dgm:cxn modelId="{32436037-9254-4A47-B634-D823B4E093CB}" type="presOf" srcId="{DA7AA8E1-C058-4369-988F-971715FC4BBE}" destId="{C9C5FE35-84C2-4B1B-98DF-BFD243874055}" srcOrd="0" destOrd="8" presId="urn:diagrams.loki3.com/BracketList"/>
    <dgm:cxn modelId="{F8E3F43C-9480-453A-9A08-29A3F9BB63C9}" srcId="{205FC588-D6C0-4C4A-B366-960B080074F6}" destId="{2A1D5AE3-43BC-4B33-8793-B6F71F490979}" srcOrd="0" destOrd="0" parTransId="{900236FA-85C0-47BC-A641-0C2055C7F7C5}" sibTransId="{3E7186FE-021E-4E81-853B-E4D743C30D87}"/>
    <dgm:cxn modelId="{AAFC2640-E13A-45BE-AEA3-D1ADA04F2C9B}" srcId="{72009C07-A542-44D8-8FD7-A6E11D6A70D0}" destId="{205FC588-D6C0-4C4A-B366-960B080074F6}" srcOrd="2" destOrd="0" parTransId="{0973D034-47FA-4B7E-896F-3E16EE3E5A48}" sibTransId="{C9A37558-82DE-4E19-8994-663C486AA275}"/>
    <dgm:cxn modelId="{949B925C-23A1-4257-851B-D2DC3682A516}" type="presOf" srcId="{49974929-B46E-497C-AD8F-CB38F9DE360E}" destId="{C9C5FE35-84C2-4B1B-98DF-BFD243874055}" srcOrd="0" destOrd="6" presId="urn:diagrams.loki3.com/BracketList"/>
    <dgm:cxn modelId="{B20C0F5F-FC0C-4130-AC09-411D0ED66F57}" srcId="{B7A918C9-E2C3-4238-AD42-29DF055601F9}" destId="{856FC8EF-9442-4C76-81B8-9F74043A2B25}" srcOrd="0" destOrd="0" parTransId="{288292C0-BE01-4801-B4FC-E20ECD85A578}" sibTransId="{651CA909-A11E-4A5F-9F98-830FBB41703C}"/>
    <dgm:cxn modelId="{4EC3D841-99A2-4EEB-BEAD-F2773AFB7132}" srcId="{72009C07-A542-44D8-8FD7-A6E11D6A70D0}" destId="{6E91BF75-A216-4CC9-ABCF-362E45E6387D}" srcOrd="1" destOrd="0" parTransId="{7D2BF44E-7E4C-4AB6-9C11-1A41397D3C50}" sibTransId="{F6E48466-2415-428C-B452-C2B9D6843808}"/>
    <dgm:cxn modelId="{1030FF46-822F-43F3-8987-846D43BD50A9}" srcId="{EAE3956C-62E4-412B-9403-FDF8D36D11DA}" destId="{865D23C3-99DE-4464-9D1B-C9CFBE8E1983}" srcOrd="1" destOrd="0" parTransId="{0A49DB42-F08E-4F4D-B71B-D8E0A0570650}" sibTransId="{82FCE0E1-8BA2-4451-BAA8-29CED6314288}"/>
    <dgm:cxn modelId="{79E60968-1C22-48AF-BBA9-F74BB51D665F}" srcId="{72009C07-A542-44D8-8FD7-A6E11D6A70D0}" destId="{EAE3956C-62E4-412B-9403-FDF8D36D11DA}" srcOrd="3" destOrd="0" parTransId="{361FE448-B7A9-4E83-8EB3-8D0DFE41EB55}" sibTransId="{B9726A4F-E73E-4A83-97F9-6E5D1AA3E856}"/>
    <dgm:cxn modelId="{2F97F268-51FF-4715-8713-5F626AB07D28}" srcId="{205FC588-D6C0-4C4A-B366-960B080074F6}" destId="{8114CEEA-B003-40BE-951E-9AF79DC013CA}" srcOrd="3" destOrd="0" parTransId="{4FAD3AD1-E971-4615-A8AE-1777E7718E85}" sibTransId="{92776DD3-ECB6-4936-9FA1-30CDB8B8BC95}"/>
    <dgm:cxn modelId="{2088956D-7F01-4FC2-93E9-929EB6EDD6EE}" type="presOf" srcId="{856FC8EF-9442-4C76-81B8-9F74043A2B25}" destId="{C9C5FE35-84C2-4B1B-98DF-BFD243874055}" srcOrd="0" destOrd="2" presId="urn:diagrams.loki3.com/BracketList"/>
    <dgm:cxn modelId="{4DED8870-C7E1-4495-A88C-052547700061}" type="presOf" srcId="{865D23C3-99DE-4464-9D1B-C9CFBE8E1983}" destId="{15E53ED2-BB7A-4CE5-8F8A-32DDD60982FD}" srcOrd="0" destOrd="1" presId="urn:diagrams.loki3.com/BracketList"/>
    <dgm:cxn modelId="{AD55AE53-B767-4066-A435-A200A09EBBEE}" type="presOf" srcId="{FDC6B6A7-3FFC-4178-9FC4-15821E9DF5CA}" destId="{C9C5FE35-84C2-4B1B-98DF-BFD243874055}" srcOrd="0" destOrd="5" presId="urn:diagrams.loki3.com/BracketList"/>
    <dgm:cxn modelId="{DBB0B855-5382-4A9B-9D31-1B839E0417C3}" type="presOf" srcId="{013822A3-C7D6-4A7D-91E1-A31500D17996}" destId="{868FEC33-0FE9-47A0-AA0E-252AC02B02CB}" srcOrd="0" destOrd="0" presId="urn:diagrams.loki3.com/BracketList"/>
    <dgm:cxn modelId="{9CF72E7D-6C25-4975-82C1-09992A1C62B0}" srcId="{8114CEEA-B003-40BE-951E-9AF79DC013CA}" destId="{6349F6FF-9788-4AE9-B888-84723BEC1E74}" srcOrd="1" destOrd="0" parTransId="{C24D6876-DF13-4CE5-B9F9-BBBAACC65705}" sibTransId="{9D641A17-CD40-48B6-AF96-1380427E1E2E}"/>
    <dgm:cxn modelId="{75675E81-2372-48A2-9113-590E7130B3E1}" type="presOf" srcId="{A44CA577-B07E-4B7A-A20D-D77D896BF17F}" destId="{9C9D29C9-15E2-4C36-948A-AE49C7E87271}" srcOrd="0" destOrd="0" presId="urn:diagrams.loki3.com/BracketList"/>
    <dgm:cxn modelId="{E67AED86-14AB-4D25-9BB9-41B2DEAAB615}" srcId="{754FFEF9-E7D6-4B47-A3CE-8817E1577414}" destId="{4D0A7D9A-8B6C-4FB9-B258-3C02CEA8659B}" srcOrd="1" destOrd="0" parTransId="{AFC05323-6304-43CB-9C89-29A6571B6E8E}" sibTransId="{6A179589-5435-4E2D-9CCC-ECD38F053FB1}"/>
    <dgm:cxn modelId="{D4012189-4CEB-4894-AB4F-5B0A9779AD85}" srcId="{8114CEEA-B003-40BE-951E-9AF79DC013CA}" destId="{36A74EC8-F739-4FB3-B8FF-D6A42E6DCBB8}" srcOrd="0" destOrd="0" parTransId="{B7409D87-D789-4501-B1DE-32242F198208}" sibTransId="{EF7CC1A5-1095-4182-9079-D3D0D0E93F7D}"/>
    <dgm:cxn modelId="{611EF799-6CC1-4651-91CE-8D0CAC61F7A1}" type="presOf" srcId="{205FC588-D6C0-4C4A-B366-960B080074F6}" destId="{B12D8C5A-17BC-403E-8952-1BC4733125AE}" srcOrd="0" destOrd="0" presId="urn:diagrams.loki3.com/BracketList"/>
    <dgm:cxn modelId="{D34FD8A5-D02F-40F5-A7EC-201E54518F62}" srcId="{754FFEF9-E7D6-4B47-A3CE-8817E1577414}" destId="{A44CA577-B07E-4B7A-A20D-D77D896BF17F}" srcOrd="0" destOrd="0" parTransId="{760897CF-2568-4604-BF83-4F02544FE9D9}" sibTransId="{449CCED4-2E84-4D84-85D8-5689EE720130}"/>
    <dgm:cxn modelId="{89CBF2A7-090C-4333-BFD7-5DCBB3183396}" srcId="{49974929-B46E-497C-AD8F-CB38F9DE360E}" destId="{68C2787F-3908-4647-B66B-039E1BC4E969}" srcOrd="2" destOrd="0" parTransId="{C1C8EBB3-22DE-4699-B8BC-550E6C0D6954}" sibTransId="{B91CC842-D270-4BA3-AA23-6493D5F2AD0B}"/>
    <dgm:cxn modelId="{7A0DF3B3-B7AB-4CB3-BB89-C5632520D5E1}" type="presOf" srcId="{2A1D5AE3-43BC-4B33-8793-B6F71F490979}" destId="{C9C5FE35-84C2-4B1B-98DF-BFD243874055}" srcOrd="0" destOrd="0" presId="urn:diagrams.loki3.com/BracketList"/>
    <dgm:cxn modelId="{CCA773BE-7D5C-4D2C-9103-03AE4FC22923}" type="presOf" srcId="{EAE3956C-62E4-412B-9403-FDF8D36D11DA}" destId="{B3A69181-7C77-4C97-BD05-78EA9E8166A1}" srcOrd="0" destOrd="0" presId="urn:diagrams.loki3.com/BracketList"/>
    <dgm:cxn modelId="{2D6EECBF-D2FC-4250-8F32-7836CD5C4AE2}" srcId="{49974929-B46E-497C-AD8F-CB38F9DE360E}" destId="{9F189F18-4475-40B4-83BF-0525D79A98E2}" srcOrd="0" destOrd="0" parTransId="{D9F4292E-99B9-40E6-902E-7463E9F6575A}" sibTransId="{5BCB9317-A3A5-4368-921C-D1349913427B}"/>
    <dgm:cxn modelId="{1E3449C4-25EB-46FE-85F3-47CC4439A393}" srcId="{205FC588-D6C0-4C4A-B366-960B080074F6}" destId="{B7A918C9-E2C3-4238-AD42-29DF055601F9}" srcOrd="1" destOrd="0" parTransId="{2587549E-D25C-4067-BF51-3DD21B5B6399}" sibTransId="{D19F00D9-ECC1-4101-8EA1-BFCE635AEAD1}"/>
    <dgm:cxn modelId="{976CA5C5-A964-4801-9745-6AC6C09D3F46}" type="presOf" srcId="{1A3D386E-EC15-43DF-9490-5FDDB46AC19E}" destId="{C9C5FE35-84C2-4B1B-98DF-BFD243874055}" srcOrd="0" destOrd="4" presId="urn:diagrams.loki3.com/BracketList"/>
    <dgm:cxn modelId="{918B09C6-FFD8-4134-B267-E7B8B3DB3613}" type="presOf" srcId="{8114CEEA-B003-40BE-951E-9AF79DC013CA}" destId="{C9C5FE35-84C2-4B1B-98DF-BFD243874055}" srcOrd="0" destOrd="10" presId="urn:diagrams.loki3.com/BracketList"/>
    <dgm:cxn modelId="{6CC497C9-B396-48F2-BCCD-378E27595D7E}" type="presOf" srcId="{4D0A7D9A-8B6C-4FB9-B258-3C02CEA8659B}" destId="{9C9D29C9-15E2-4C36-948A-AE49C7E87271}" srcOrd="0" destOrd="1" presId="urn:diagrams.loki3.com/BracketList"/>
    <dgm:cxn modelId="{8A5914DB-226A-4CA6-857E-9486AAACC119}" srcId="{EAE3956C-62E4-412B-9403-FDF8D36D11DA}" destId="{08D88425-4810-4931-9756-1F08CBCB1508}" srcOrd="0" destOrd="0" parTransId="{2203FC0A-3A76-49A1-8923-749E50596196}" sibTransId="{AD302649-5DFB-4EFD-9AD1-63A5E7915A01}"/>
    <dgm:cxn modelId="{282962DB-35FA-4D23-9E3A-560F0A78BF9D}" type="presOf" srcId="{36A74EC8-F739-4FB3-B8FF-D6A42E6DCBB8}" destId="{C9C5FE35-84C2-4B1B-98DF-BFD243874055}" srcOrd="0" destOrd="11" presId="urn:diagrams.loki3.com/BracketList"/>
    <dgm:cxn modelId="{007579E1-27FB-46BE-9C98-929CBB3DCDBE}" srcId="{205FC588-D6C0-4C4A-B366-960B080074F6}" destId="{49974929-B46E-497C-AD8F-CB38F9DE360E}" srcOrd="2" destOrd="0" parTransId="{BD6D0213-2B2F-40FE-A8C2-965FEEB360DF}" sibTransId="{7E13D7A1-3D2F-4901-85C4-F78BC7763347}"/>
    <dgm:cxn modelId="{1F0F72E2-463A-457F-A349-230B054FF6BB}" srcId="{6E91BF75-A216-4CC9-ABCF-362E45E6387D}" destId="{013822A3-C7D6-4A7D-91E1-A31500D17996}" srcOrd="0" destOrd="0" parTransId="{4EF5786D-4EEB-475A-9D71-5ADD82D7A748}" sibTransId="{7287A917-AA16-425D-9B0D-C33895CFEC60}"/>
    <dgm:cxn modelId="{6B0B5CE6-DCC6-4BD8-9575-DE874E19C0A0}" type="presOf" srcId="{6E91BF75-A216-4CC9-ABCF-362E45E6387D}" destId="{5791AD38-897A-44F0-8AA2-2AA2CA0E3CCD}" srcOrd="0" destOrd="0" presId="urn:diagrams.loki3.com/BracketList"/>
    <dgm:cxn modelId="{DCA470E6-D28B-4E24-AC29-3E373AD8590C}" srcId="{B7A918C9-E2C3-4238-AD42-29DF055601F9}" destId="{FDC6B6A7-3FFC-4178-9FC4-15821E9DF5CA}" srcOrd="3" destOrd="0" parTransId="{6E6AB643-9AE3-4C15-A7BC-7838B76E23D5}" sibTransId="{FE8F30D2-0798-46E1-A96D-47FC104BEF8F}"/>
    <dgm:cxn modelId="{79E610ED-E6B4-4A5A-8FA5-1D0468CF63A0}" srcId="{B7A918C9-E2C3-4238-AD42-29DF055601F9}" destId="{3D19B42B-83AD-4B80-BB84-793C0E5779EB}" srcOrd="1" destOrd="0" parTransId="{71954596-F12F-495F-8478-234D080E604B}" sibTransId="{AD64B164-AF5E-454F-8D16-967DDE88F5E7}"/>
    <dgm:cxn modelId="{E3A37BEF-7A55-403E-AB9E-735FDE832870}" type="presOf" srcId="{9F189F18-4475-40B4-83BF-0525D79A98E2}" destId="{C9C5FE35-84C2-4B1B-98DF-BFD243874055}" srcOrd="0" destOrd="7" presId="urn:diagrams.loki3.com/BracketList"/>
    <dgm:cxn modelId="{D7A847F5-D659-4B8D-921E-ED4A74B17130}" type="presOf" srcId="{0264B6AA-A8B9-43CF-B88F-ACE8AA6B3CCC}" destId="{868FEC33-0FE9-47A0-AA0E-252AC02B02CB}" srcOrd="0" destOrd="1" presId="urn:diagrams.loki3.com/BracketList"/>
    <dgm:cxn modelId="{C97F31FB-EAA6-4A89-971D-69DE561205AF}" srcId="{B7A918C9-E2C3-4238-AD42-29DF055601F9}" destId="{1A3D386E-EC15-43DF-9490-5FDDB46AC19E}" srcOrd="2" destOrd="0" parTransId="{B0712B03-3BA5-4A79-80C8-27C13617A2BA}" sibTransId="{6D079A7B-9891-48AC-9C6E-1FBBF836F224}"/>
    <dgm:cxn modelId="{ECDB46A4-6215-4613-8412-5AF8375570DA}" type="presParOf" srcId="{9E6D1EBC-BB02-47EA-8D6C-DFF389D88B00}" destId="{34BEC2E0-DCA8-4237-B341-0F35CA449351}" srcOrd="0" destOrd="0" presId="urn:diagrams.loki3.com/BracketList"/>
    <dgm:cxn modelId="{49024DD7-8C7A-421F-9FE1-3519FCB8AF9B}" type="presParOf" srcId="{34BEC2E0-DCA8-4237-B341-0F35CA449351}" destId="{B1E5245C-1094-4E5C-8CB8-C81D334C4675}" srcOrd="0" destOrd="0" presId="urn:diagrams.loki3.com/BracketList"/>
    <dgm:cxn modelId="{E12DD6D4-B2EE-49ED-90EC-1E1D8E7DBB8B}" type="presParOf" srcId="{34BEC2E0-DCA8-4237-B341-0F35CA449351}" destId="{BA35D6D6-FF26-473C-BAE8-B64274CB8D62}" srcOrd="1" destOrd="0" presId="urn:diagrams.loki3.com/BracketList"/>
    <dgm:cxn modelId="{BE93E992-B36E-444E-8F58-9C26F843C41B}" type="presParOf" srcId="{34BEC2E0-DCA8-4237-B341-0F35CA449351}" destId="{ECD2A2AD-7151-4377-880D-2D64C6BF73B8}" srcOrd="2" destOrd="0" presId="urn:diagrams.loki3.com/BracketList"/>
    <dgm:cxn modelId="{920F5CD5-E107-4321-8CEE-9B292434B94B}" type="presParOf" srcId="{34BEC2E0-DCA8-4237-B341-0F35CA449351}" destId="{9C9D29C9-15E2-4C36-948A-AE49C7E87271}" srcOrd="3" destOrd="0" presId="urn:diagrams.loki3.com/BracketList"/>
    <dgm:cxn modelId="{BC12F605-C875-4332-8D03-0CEAD1974997}" type="presParOf" srcId="{9E6D1EBC-BB02-47EA-8D6C-DFF389D88B00}" destId="{C1B29246-1C6E-43F3-BA38-9BCFAEC4B9B0}" srcOrd="1" destOrd="0" presId="urn:diagrams.loki3.com/BracketList"/>
    <dgm:cxn modelId="{81169010-02F7-41C9-9E57-FA3935B32999}" type="presParOf" srcId="{9E6D1EBC-BB02-47EA-8D6C-DFF389D88B00}" destId="{0FAC5197-82B6-43C3-972E-7C842FA845EA}" srcOrd="2" destOrd="0" presId="urn:diagrams.loki3.com/BracketList"/>
    <dgm:cxn modelId="{AF940B92-35AC-4ED2-A714-10901944C5B2}" type="presParOf" srcId="{0FAC5197-82B6-43C3-972E-7C842FA845EA}" destId="{5791AD38-897A-44F0-8AA2-2AA2CA0E3CCD}" srcOrd="0" destOrd="0" presId="urn:diagrams.loki3.com/BracketList"/>
    <dgm:cxn modelId="{556C1C3B-82CC-4EBB-9AC8-5E37B1C4B761}" type="presParOf" srcId="{0FAC5197-82B6-43C3-972E-7C842FA845EA}" destId="{A3CF1A1F-A6A3-402F-B375-E15665B6AA0C}" srcOrd="1" destOrd="0" presId="urn:diagrams.loki3.com/BracketList"/>
    <dgm:cxn modelId="{5EBD9E6F-17C6-4BA0-92C8-5132EF5CCB69}" type="presParOf" srcId="{0FAC5197-82B6-43C3-972E-7C842FA845EA}" destId="{C6792E3D-9A74-40A4-9653-F230E292F751}" srcOrd="2" destOrd="0" presId="urn:diagrams.loki3.com/BracketList"/>
    <dgm:cxn modelId="{DD776A52-EB1B-4F4B-97A5-4AEAFC570290}" type="presParOf" srcId="{0FAC5197-82B6-43C3-972E-7C842FA845EA}" destId="{868FEC33-0FE9-47A0-AA0E-252AC02B02CB}" srcOrd="3" destOrd="0" presId="urn:diagrams.loki3.com/BracketList"/>
    <dgm:cxn modelId="{CDF43B66-BFE7-4976-B7ED-AA90C2ACB812}" type="presParOf" srcId="{9E6D1EBC-BB02-47EA-8D6C-DFF389D88B00}" destId="{908E7F0E-16BD-4432-B5B7-09DC22B47370}" srcOrd="3" destOrd="0" presId="urn:diagrams.loki3.com/BracketList"/>
    <dgm:cxn modelId="{8FB1BBF8-ACDD-47FD-970C-BC97C55EB972}" type="presParOf" srcId="{9E6D1EBC-BB02-47EA-8D6C-DFF389D88B00}" destId="{7451F728-5DA0-4DC1-8160-E6C8D916615B}" srcOrd="4" destOrd="0" presId="urn:diagrams.loki3.com/BracketList"/>
    <dgm:cxn modelId="{F6708A5F-0F4B-4538-AF0E-A4D84D34769C}" type="presParOf" srcId="{7451F728-5DA0-4DC1-8160-E6C8D916615B}" destId="{B12D8C5A-17BC-403E-8952-1BC4733125AE}" srcOrd="0" destOrd="0" presId="urn:diagrams.loki3.com/BracketList"/>
    <dgm:cxn modelId="{43CB33A9-488C-41BF-9BF7-0DA4C6FE4E77}" type="presParOf" srcId="{7451F728-5DA0-4DC1-8160-E6C8D916615B}" destId="{FBCA80FE-55DC-476E-8076-8B850463C803}" srcOrd="1" destOrd="0" presId="urn:diagrams.loki3.com/BracketList"/>
    <dgm:cxn modelId="{A5FC7C96-7D13-4B9A-88DA-F434B1AB0D80}" type="presParOf" srcId="{7451F728-5DA0-4DC1-8160-E6C8D916615B}" destId="{075ABFE5-DA6D-4C98-8B3F-8B146E1F5B1B}" srcOrd="2" destOrd="0" presId="urn:diagrams.loki3.com/BracketList"/>
    <dgm:cxn modelId="{6FCA428E-829A-4037-AFDC-FE8CE4B5465B}" type="presParOf" srcId="{7451F728-5DA0-4DC1-8160-E6C8D916615B}" destId="{C9C5FE35-84C2-4B1B-98DF-BFD243874055}" srcOrd="3" destOrd="0" presId="urn:diagrams.loki3.com/BracketList"/>
    <dgm:cxn modelId="{62396B2F-68A0-48D2-A07D-A6102416F446}" type="presParOf" srcId="{9E6D1EBC-BB02-47EA-8D6C-DFF389D88B00}" destId="{CE856288-3600-41E2-B393-0AF5E237B2C4}" srcOrd="5" destOrd="0" presId="urn:diagrams.loki3.com/BracketList"/>
    <dgm:cxn modelId="{0A603644-B2FE-4213-9134-5CAAE43D44BB}" type="presParOf" srcId="{9E6D1EBC-BB02-47EA-8D6C-DFF389D88B00}" destId="{701B91BC-EE05-4512-928A-402360C25484}" srcOrd="6" destOrd="0" presId="urn:diagrams.loki3.com/BracketList"/>
    <dgm:cxn modelId="{5139674A-1D5D-4044-93DB-6245558527F7}" type="presParOf" srcId="{701B91BC-EE05-4512-928A-402360C25484}" destId="{B3A69181-7C77-4C97-BD05-78EA9E8166A1}" srcOrd="0" destOrd="0" presId="urn:diagrams.loki3.com/BracketList"/>
    <dgm:cxn modelId="{DFAB72A5-0766-4714-B62F-4D9EA5A7193E}" type="presParOf" srcId="{701B91BC-EE05-4512-928A-402360C25484}" destId="{98288319-4948-4E5F-9DBB-DF2378A3FA94}" srcOrd="1" destOrd="0" presId="urn:diagrams.loki3.com/BracketList"/>
    <dgm:cxn modelId="{9D512D41-AFAA-452E-82FB-10FC3228A881}" type="presParOf" srcId="{701B91BC-EE05-4512-928A-402360C25484}" destId="{FC174B42-3CCD-4F31-BC79-6EA7A79F9601}" srcOrd="2" destOrd="0" presId="urn:diagrams.loki3.com/BracketList"/>
    <dgm:cxn modelId="{66277E60-C76E-4B83-8F21-DE442BFD7895}" type="presParOf" srcId="{701B91BC-EE05-4512-928A-402360C25484}" destId="{15E53ED2-BB7A-4CE5-8F8A-32DDD60982FD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2009C07-A542-44D8-8FD7-A6E11D6A70D0}" type="doc">
      <dgm:prSet loTypeId="urn:diagrams.loki3.com/Bracket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bg-BG"/>
        </a:p>
      </dgm:t>
    </dgm:pt>
    <dgm:pt modelId="{754FFEF9-E7D6-4B47-A3CE-8817E1577414}">
      <dgm:prSet/>
      <dgm:spPr/>
      <dgm:t>
        <a:bodyPr/>
        <a:lstStyle/>
        <a:p>
          <a:r>
            <a:rPr lang="bg-BG" b="1" dirty="0"/>
            <a:t>Избор на тема:</a:t>
          </a:r>
        </a:p>
      </dgm:t>
    </dgm:pt>
    <dgm:pt modelId="{F012D1C6-CEC1-4D31-8537-C98CAF2DD819}" type="parTrans" cxnId="{689E0C03-EDB6-4961-989D-DF790883F6E8}">
      <dgm:prSet/>
      <dgm:spPr/>
      <dgm:t>
        <a:bodyPr/>
        <a:lstStyle/>
        <a:p>
          <a:endParaRPr lang="bg-BG"/>
        </a:p>
      </dgm:t>
    </dgm:pt>
    <dgm:pt modelId="{651AE79F-26B8-40DD-A60B-1CEBD6E5C0F9}" type="sibTrans" cxnId="{689E0C03-EDB6-4961-989D-DF790883F6E8}">
      <dgm:prSet/>
      <dgm:spPr/>
      <dgm:t>
        <a:bodyPr/>
        <a:lstStyle/>
        <a:p>
          <a:endParaRPr lang="bg-BG"/>
        </a:p>
      </dgm:t>
    </dgm:pt>
    <dgm:pt modelId="{205FC588-D6C0-4C4A-B366-960B080074F6}">
      <dgm:prSet/>
      <dgm:spPr/>
      <dgm:t>
        <a:bodyPr/>
        <a:lstStyle/>
        <a:p>
          <a:r>
            <a:rPr lang="bg-BG" b="1" dirty="0"/>
            <a:t>Документ</a:t>
          </a:r>
        </a:p>
      </dgm:t>
    </dgm:pt>
    <dgm:pt modelId="{0973D034-47FA-4B7E-896F-3E16EE3E5A48}" type="parTrans" cxnId="{AAFC2640-E13A-45BE-AEA3-D1ADA04F2C9B}">
      <dgm:prSet/>
      <dgm:spPr/>
      <dgm:t>
        <a:bodyPr/>
        <a:lstStyle/>
        <a:p>
          <a:endParaRPr lang="bg-BG"/>
        </a:p>
      </dgm:t>
    </dgm:pt>
    <dgm:pt modelId="{C9A37558-82DE-4E19-8994-663C486AA275}" type="sibTrans" cxnId="{AAFC2640-E13A-45BE-AEA3-D1ADA04F2C9B}">
      <dgm:prSet/>
      <dgm:spPr/>
      <dgm:t>
        <a:bodyPr/>
        <a:lstStyle/>
        <a:p>
          <a:endParaRPr lang="bg-BG"/>
        </a:p>
      </dgm:t>
    </dgm:pt>
    <dgm:pt modelId="{A44CA577-B07E-4B7A-A20D-D77D896BF17F}">
      <dgm:prSet/>
      <dgm:spPr/>
      <dgm:t>
        <a:bodyPr/>
        <a:lstStyle/>
        <a:p>
          <a:r>
            <a:rPr lang="bg-BG" dirty="0"/>
            <a:t>Темата може да бъде чисто теоретична, в областта, такава която не сме разглеждали или е била слабо засегната</a:t>
          </a:r>
        </a:p>
      </dgm:t>
    </dgm:pt>
    <dgm:pt modelId="{760897CF-2568-4604-BF83-4F02544FE9D9}" type="parTrans" cxnId="{D34FD8A5-D02F-40F5-A7EC-201E54518F62}">
      <dgm:prSet/>
      <dgm:spPr/>
      <dgm:t>
        <a:bodyPr/>
        <a:lstStyle/>
        <a:p>
          <a:endParaRPr lang="bg-BG"/>
        </a:p>
      </dgm:t>
    </dgm:pt>
    <dgm:pt modelId="{449CCED4-2E84-4D84-85D8-5689EE720130}" type="sibTrans" cxnId="{D34FD8A5-D02F-40F5-A7EC-201E54518F62}">
      <dgm:prSet/>
      <dgm:spPr/>
      <dgm:t>
        <a:bodyPr/>
        <a:lstStyle/>
        <a:p>
          <a:endParaRPr lang="bg-BG"/>
        </a:p>
      </dgm:t>
    </dgm:pt>
    <dgm:pt modelId="{0264B6AA-A8B9-43CF-B88F-ACE8AA6B3CCC}">
      <dgm:prSet/>
      <dgm:spPr/>
      <dgm:t>
        <a:bodyPr/>
        <a:lstStyle/>
        <a:p>
          <a:r>
            <a:rPr lang="bg-BG" dirty="0"/>
            <a:t>Може да ползвате за база научни публикации, в които се разглеждат някакви нови техники за ИИ и да ги представите</a:t>
          </a:r>
        </a:p>
      </dgm:t>
    </dgm:pt>
    <dgm:pt modelId="{F8B8BF12-6896-499A-9191-9E9002E86027}" type="parTrans" cxnId="{476D9516-C893-44D8-A90A-BD6BE1185C0D}">
      <dgm:prSet/>
      <dgm:spPr/>
      <dgm:t>
        <a:bodyPr/>
        <a:lstStyle/>
        <a:p>
          <a:endParaRPr lang="bg-BG"/>
        </a:p>
      </dgm:t>
    </dgm:pt>
    <dgm:pt modelId="{77D1510F-70B4-4B08-8D59-EE3BA33531F2}" type="sibTrans" cxnId="{476D9516-C893-44D8-A90A-BD6BE1185C0D}">
      <dgm:prSet/>
      <dgm:spPr/>
      <dgm:t>
        <a:bodyPr/>
        <a:lstStyle/>
        <a:p>
          <a:endParaRPr lang="bg-BG"/>
        </a:p>
      </dgm:t>
    </dgm:pt>
    <dgm:pt modelId="{865D23C3-99DE-4464-9D1B-C9CFBE8E1983}">
      <dgm:prSet/>
      <dgm:spPr/>
      <dgm:t>
        <a:bodyPr/>
        <a:lstStyle/>
        <a:p>
          <a:r>
            <a:rPr lang="bg-BG" dirty="0"/>
            <a:t>Оформяте документ, съответстващ по структура на избраната тема</a:t>
          </a:r>
        </a:p>
      </dgm:t>
    </dgm:pt>
    <dgm:pt modelId="{0A49DB42-F08E-4F4D-B71B-D8E0A0570650}" type="parTrans" cxnId="{1030FF46-822F-43F3-8987-846D43BD50A9}">
      <dgm:prSet/>
      <dgm:spPr/>
      <dgm:t>
        <a:bodyPr/>
        <a:lstStyle/>
        <a:p>
          <a:endParaRPr lang="bg-BG"/>
        </a:p>
      </dgm:t>
    </dgm:pt>
    <dgm:pt modelId="{82FCE0E1-8BA2-4451-BAA8-29CED6314288}" type="sibTrans" cxnId="{1030FF46-822F-43F3-8987-846D43BD50A9}">
      <dgm:prSet/>
      <dgm:spPr/>
      <dgm:t>
        <a:bodyPr/>
        <a:lstStyle/>
        <a:p>
          <a:endParaRPr lang="bg-BG"/>
        </a:p>
      </dgm:t>
    </dgm:pt>
    <dgm:pt modelId="{98A67D60-AC60-4355-939C-D7E967991C6A}">
      <dgm:prSet/>
      <dgm:spPr/>
      <dgm:t>
        <a:bodyPr/>
        <a:lstStyle/>
        <a:p>
          <a:r>
            <a:rPr lang="bg-BG" dirty="0"/>
            <a:t>Може да разработите и представите собствена идея, която комбинира различни области на науката в контекста на ИИ</a:t>
          </a:r>
        </a:p>
      </dgm:t>
    </dgm:pt>
    <dgm:pt modelId="{49C29DA0-1A19-4AB5-BF73-140A20FAD58F}" type="parTrans" cxnId="{4415C598-FC11-4E78-AC42-9653B4A23FF4}">
      <dgm:prSet/>
      <dgm:spPr/>
      <dgm:t>
        <a:bodyPr/>
        <a:lstStyle/>
        <a:p>
          <a:endParaRPr lang="bg-BG"/>
        </a:p>
      </dgm:t>
    </dgm:pt>
    <dgm:pt modelId="{83FDB9B4-4F75-42B4-BB0B-8E68BFE6B952}" type="sibTrans" cxnId="{4415C598-FC11-4E78-AC42-9653B4A23FF4}">
      <dgm:prSet/>
      <dgm:spPr/>
      <dgm:t>
        <a:bodyPr/>
        <a:lstStyle/>
        <a:p>
          <a:endParaRPr lang="bg-BG"/>
        </a:p>
      </dgm:t>
    </dgm:pt>
    <dgm:pt modelId="{1088C5DA-CFA2-4832-A1E5-57AE3350EFCE}">
      <dgm:prSet/>
      <dgm:spPr/>
      <dgm:t>
        <a:bodyPr/>
        <a:lstStyle/>
        <a:p>
          <a:r>
            <a:rPr lang="bg-BG" dirty="0"/>
            <a:t>Няма ограничение в броя на страниците, но не по-малко от 10 страници по БДС (60 символа на ред, 30 реда на страница)</a:t>
          </a:r>
        </a:p>
      </dgm:t>
    </dgm:pt>
    <dgm:pt modelId="{4BA6C577-CDAA-4588-B18A-1241C8797AC5}" type="parTrans" cxnId="{F1A84921-0D43-4765-9B60-BDF9566F299E}">
      <dgm:prSet/>
      <dgm:spPr/>
      <dgm:t>
        <a:bodyPr/>
        <a:lstStyle/>
        <a:p>
          <a:endParaRPr lang="bg-BG"/>
        </a:p>
      </dgm:t>
    </dgm:pt>
    <dgm:pt modelId="{57C26723-D564-4B99-AD45-48348F7AA475}" type="sibTrans" cxnId="{F1A84921-0D43-4765-9B60-BDF9566F299E}">
      <dgm:prSet/>
      <dgm:spPr/>
      <dgm:t>
        <a:bodyPr/>
        <a:lstStyle/>
        <a:p>
          <a:endParaRPr lang="bg-BG"/>
        </a:p>
      </dgm:t>
    </dgm:pt>
    <dgm:pt modelId="{9A2980DE-8C9A-44EC-850F-919571223837}">
      <dgm:prSet/>
      <dgm:spPr/>
      <dgm:t>
        <a:bodyPr/>
        <a:lstStyle/>
        <a:p>
          <a:r>
            <a:rPr lang="bg-BG" dirty="0"/>
            <a:t>Презентация</a:t>
          </a:r>
        </a:p>
      </dgm:t>
    </dgm:pt>
    <dgm:pt modelId="{B0DDF0CE-D3E5-49AE-BEB7-42EA74663541}" type="parTrans" cxnId="{7DBBDCDF-1E07-446D-ABFF-75918F1E96CF}">
      <dgm:prSet/>
      <dgm:spPr/>
      <dgm:t>
        <a:bodyPr/>
        <a:lstStyle/>
        <a:p>
          <a:endParaRPr lang="bg-BG"/>
        </a:p>
      </dgm:t>
    </dgm:pt>
    <dgm:pt modelId="{F69AC19D-D298-46B9-9ECD-8F264C305A7D}" type="sibTrans" cxnId="{7DBBDCDF-1E07-446D-ABFF-75918F1E96CF}">
      <dgm:prSet/>
      <dgm:spPr/>
      <dgm:t>
        <a:bodyPr/>
        <a:lstStyle/>
        <a:p>
          <a:endParaRPr lang="bg-BG"/>
        </a:p>
      </dgm:t>
    </dgm:pt>
    <dgm:pt modelId="{A0117580-9FE1-4B4F-A5F2-C96F1E320567}">
      <dgm:prSet/>
      <dgm:spPr/>
      <dgm:t>
        <a:bodyPr/>
        <a:lstStyle/>
        <a:p>
          <a:r>
            <a:rPr lang="bg-BG" dirty="0"/>
            <a:t>Трябва да следва структурата на документа и да ви помага да представите темата, която разглеждате</a:t>
          </a:r>
        </a:p>
      </dgm:t>
    </dgm:pt>
    <dgm:pt modelId="{A40238E7-E6F1-41A3-99F9-5B47B1827B18}" type="parTrans" cxnId="{2EF95DEA-9A17-47CE-BE9D-A47E6CD1F361}">
      <dgm:prSet/>
      <dgm:spPr/>
      <dgm:t>
        <a:bodyPr/>
        <a:lstStyle/>
        <a:p>
          <a:endParaRPr lang="bg-BG"/>
        </a:p>
      </dgm:t>
    </dgm:pt>
    <dgm:pt modelId="{ED521898-FE65-4CCD-B6D7-753AE68E60B5}" type="sibTrans" cxnId="{2EF95DEA-9A17-47CE-BE9D-A47E6CD1F361}">
      <dgm:prSet/>
      <dgm:spPr/>
      <dgm:t>
        <a:bodyPr/>
        <a:lstStyle/>
        <a:p>
          <a:endParaRPr lang="bg-BG"/>
        </a:p>
      </dgm:t>
    </dgm:pt>
    <dgm:pt modelId="{A7CDEA68-4707-4805-921B-C6250973FE02}">
      <dgm:prSet/>
      <dgm:spPr/>
      <dgm:t>
        <a:bodyPr/>
        <a:lstStyle/>
        <a:p>
          <a:r>
            <a:rPr lang="bg-BG" dirty="0"/>
            <a:t>Качвате </a:t>
          </a:r>
          <a:r>
            <a:rPr lang="bg-BG" dirty="0" err="1"/>
            <a:t>мудъл</a:t>
          </a:r>
          <a:endParaRPr lang="bg-BG" dirty="0"/>
        </a:p>
      </dgm:t>
    </dgm:pt>
    <dgm:pt modelId="{B475C771-7847-42AD-B98B-D5E78F1F710F}" type="parTrans" cxnId="{839513C2-2287-471F-8C8B-2FAD67171D4E}">
      <dgm:prSet/>
      <dgm:spPr/>
      <dgm:t>
        <a:bodyPr/>
        <a:lstStyle/>
        <a:p>
          <a:endParaRPr lang="bg-BG"/>
        </a:p>
      </dgm:t>
    </dgm:pt>
    <dgm:pt modelId="{9297140B-BC34-4CD1-9852-C2B75FE77BDC}" type="sibTrans" cxnId="{839513C2-2287-471F-8C8B-2FAD67171D4E}">
      <dgm:prSet/>
      <dgm:spPr/>
      <dgm:t>
        <a:bodyPr/>
        <a:lstStyle/>
        <a:p>
          <a:endParaRPr lang="bg-BG"/>
        </a:p>
      </dgm:t>
    </dgm:pt>
    <dgm:pt modelId="{48903AA2-AAEA-43E7-AE05-4D3A4FBC3A4E}">
      <dgm:prSet/>
      <dgm:spPr/>
      <dgm:t>
        <a:bodyPr/>
        <a:lstStyle/>
        <a:p>
          <a:r>
            <a:rPr lang="bg-BG" dirty="0"/>
            <a:t>Документа (желателно </a:t>
          </a:r>
          <a:r>
            <a:rPr lang="en-US" dirty="0"/>
            <a:t>pdf</a:t>
          </a:r>
          <a:r>
            <a:rPr lang="bg-BG" dirty="0"/>
            <a:t>)</a:t>
          </a:r>
        </a:p>
      </dgm:t>
    </dgm:pt>
    <dgm:pt modelId="{A372FC20-211D-4E5D-A298-EA81FFA57CD7}" type="parTrans" cxnId="{7FF100A5-580F-4E6E-9862-D5BE9F52D0C2}">
      <dgm:prSet/>
      <dgm:spPr/>
      <dgm:t>
        <a:bodyPr/>
        <a:lstStyle/>
        <a:p>
          <a:endParaRPr lang="bg-BG"/>
        </a:p>
      </dgm:t>
    </dgm:pt>
    <dgm:pt modelId="{A3C3E19E-8A29-452C-A74C-114BF72D6EFD}" type="sibTrans" cxnId="{7FF100A5-580F-4E6E-9862-D5BE9F52D0C2}">
      <dgm:prSet/>
      <dgm:spPr/>
      <dgm:t>
        <a:bodyPr/>
        <a:lstStyle/>
        <a:p>
          <a:endParaRPr lang="bg-BG"/>
        </a:p>
      </dgm:t>
    </dgm:pt>
    <dgm:pt modelId="{6D07CE3F-2622-4B17-A121-0CF85F6379B2}">
      <dgm:prSet/>
      <dgm:spPr/>
      <dgm:t>
        <a:bodyPr/>
        <a:lstStyle/>
        <a:p>
          <a:r>
            <a:rPr lang="bg-BG" dirty="0"/>
            <a:t>Презентацията (желателно </a:t>
          </a:r>
          <a:r>
            <a:rPr lang="en-US" dirty="0"/>
            <a:t>pptx, </a:t>
          </a:r>
          <a:r>
            <a:rPr lang="en-US" dirty="0" err="1"/>
            <a:t>odt</a:t>
          </a:r>
          <a:r>
            <a:rPr lang="en-US" dirty="0"/>
            <a:t>, pages </a:t>
          </a:r>
          <a:r>
            <a:rPr lang="bg-BG" dirty="0"/>
            <a:t>или </a:t>
          </a:r>
          <a:r>
            <a:rPr lang="en-US" dirty="0"/>
            <a:t>pdf)</a:t>
          </a:r>
          <a:endParaRPr lang="bg-BG" dirty="0"/>
        </a:p>
      </dgm:t>
    </dgm:pt>
    <dgm:pt modelId="{BD02C468-86D9-4248-9471-6F8B96AD6E10}" type="parTrans" cxnId="{23723DC3-7644-4882-9371-6955869F8270}">
      <dgm:prSet/>
      <dgm:spPr/>
      <dgm:t>
        <a:bodyPr/>
        <a:lstStyle/>
        <a:p>
          <a:endParaRPr lang="bg-BG"/>
        </a:p>
      </dgm:t>
    </dgm:pt>
    <dgm:pt modelId="{72EC7266-69C4-4998-903D-7559BADE18C4}" type="sibTrans" cxnId="{23723DC3-7644-4882-9371-6955869F8270}">
      <dgm:prSet/>
      <dgm:spPr/>
      <dgm:t>
        <a:bodyPr/>
        <a:lstStyle/>
        <a:p>
          <a:endParaRPr lang="bg-BG"/>
        </a:p>
      </dgm:t>
    </dgm:pt>
    <dgm:pt modelId="{E7BB6FAD-FE67-42A0-990A-03F01A952301}">
      <dgm:prSet/>
      <dgm:spPr/>
      <dgm:t>
        <a:bodyPr/>
        <a:lstStyle/>
        <a:p>
          <a:r>
            <a:rPr lang="bg-BG" dirty="0"/>
            <a:t>Задължително цитирате използваната литература</a:t>
          </a:r>
        </a:p>
      </dgm:t>
    </dgm:pt>
    <dgm:pt modelId="{2575B6BD-4866-4FFB-A669-D5F3430CB89D}" type="parTrans" cxnId="{14DE4B2D-998C-4F3B-9ACD-858B74626F6F}">
      <dgm:prSet/>
      <dgm:spPr/>
      <dgm:t>
        <a:bodyPr/>
        <a:lstStyle/>
        <a:p>
          <a:endParaRPr lang="bg-BG"/>
        </a:p>
      </dgm:t>
    </dgm:pt>
    <dgm:pt modelId="{7F9C09EE-8432-4B80-9601-5CB873B7D929}" type="sibTrans" cxnId="{14DE4B2D-998C-4F3B-9ACD-858B74626F6F}">
      <dgm:prSet/>
      <dgm:spPr/>
      <dgm:t>
        <a:bodyPr/>
        <a:lstStyle/>
        <a:p>
          <a:endParaRPr lang="bg-BG"/>
        </a:p>
      </dgm:t>
    </dgm:pt>
    <dgm:pt modelId="{6B5F14B6-CA33-41BE-93BC-456B41148336}">
      <dgm:prSet/>
      <dgm:spPr/>
      <dgm:t>
        <a:bodyPr/>
        <a:lstStyle/>
        <a:p>
          <a:r>
            <a:rPr lang="bg-BG" dirty="0"/>
            <a:t>Ако сте използвали ИИ като помощник: споделяте линковете с чатовете или линка към проекта с чатовете</a:t>
          </a:r>
        </a:p>
      </dgm:t>
    </dgm:pt>
    <dgm:pt modelId="{092795DF-D902-4BB9-B534-3859E2D8B38E}" type="parTrans" cxnId="{AFAE2139-BE7D-4FE8-A382-6524244C04F5}">
      <dgm:prSet/>
      <dgm:spPr/>
      <dgm:t>
        <a:bodyPr/>
        <a:lstStyle/>
        <a:p>
          <a:endParaRPr lang="bg-BG"/>
        </a:p>
      </dgm:t>
    </dgm:pt>
    <dgm:pt modelId="{123E9F4C-A7CF-4134-B10F-49666BD31DEB}" type="sibTrans" cxnId="{AFAE2139-BE7D-4FE8-A382-6524244C04F5}">
      <dgm:prSet/>
      <dgm:spPr/>
      <dgm:t>
        <a:bodyPr/>
        <a:lstStyle/>
        <a:p>
          <a:endParaRPr lang="bg-BG"/>
        </a:p>
      </dgm:t>
    </dgm:pt>
    <dgm:pt modelId="{9E6D1EBC-BB02-47EA-8D6C-DFF389D88B00}" type="pres">
      <dgm:prSet presAssocID="{72009C07-A542-44D8-8FD7-A6E11D6A70D0}" presName="Name0" presStyleCnt="0">
        <dgm:presLayoutVars>
          <dgm:dir/>
          <dgm:animLvl val="lvl"/>
          <dgm:resizeHandles val="exact"/>
        </dgm:presLayoutVars>
      </dgm:prSet>
      <dgm:spPr/>
    </dgm:pt>
    <dgm:pt modelId="{34BEC2E0-DCA8-4237-B341-0F35CA449351}" type="pres">
      <dgm:prSet presAssocID="{754FFEF9-E7D6-4B47-A3CE-8817E1577414}" presName="linNode" presStyleCnt="0"/>
      <dgm:spPr/>
    </dgm:pt>
    <dgm:pt modelId="{B1E5245C-1094-4E5C-8CB8-C81D334C4675}" type="pres">
      <dgm:prSet presAssocID="{754FFEF9-E7D6-4B47-A3CE-8817E1577414}" presName="parTx" presStyleLbl="revTx" presStyleIdx="0" presStyleCnt="4">
        <dgm:presLayoutVars>
          <dgm:chMax val="1"/>
          <dgm:bulletEnabled val="1"/>
        </dgm:presLayoutVars>
      </dgm:prSet>
      <dgm:spPr/>
    </dgm:pt>
    <dgm:pt modelId="{BA35D6D6-FF26-473C-BAE8-B64274CB8D62}" type="pres">
      <dgm:prSet presAssocID="{754FFEF9-E7D6-4B47-A3CE-8817E1577414}" presName="bracket" presStyleLbl="parChTrans1D1" presStyleIdx="0" presStyleCnt="4"/>
      <dgm:spPr/>
    </dgm:pt>
    <dgm:pt modelId="{ECD2A2AD-7151-4377-880D-2D64C6BF73B8}" type="pres">
      <dgm:prSet presAssocID="{754FFEF9-E7D6-4B47-A3CE-8817E1577414}" presName="spH" presStyleCnt="0"/>
      <dgm:spPr/>
    </dgm:pt>
    <dgm:pt modelId="{9C9D29C9-15E2-4C36-948A-AE49C7E87271}" type="pres">
      <dgm:prSet presAssocID="{754FFEF9-E7D6-4B47-A3CE-8817E1577414}" presName="desTx" presStyleLbl="node1" presStyleIdx="0" presStyleCnt="4">
        <dgm:presLayoutVars>
          <dgm:bulletEnabled val="1"/>
        </dgm:presLayoutVars>
      </dgm:prSet>
      <dgm:spPr/>
    </dgm:pt>
    <dgm:pt modelId="{C1B29246-1C6E-43F3-BA38-9BCFAEC4B9B0}" type="pres">
      <dgm:prSet presAssocID="{651AE79F-26B8-40DD-A60B-1CEBD6E5C0F9}" presName="spV" presStyleCnt="0"/>
      <dgm:spPr/>
    </dgm:pt>
    <dgm:pt modelId="{7451F728-5DA0-4DC1-8160-E6C8D916615B}" type="pres">
      <dgm:prSet presAssocID="{205FC588-D6C0-4C4A-B366-960B080074F6}" presName="linNode" presStyleCnt="0"/>
      <dgm:spPr/>
    </dgm:pt>
    <dgm:pt modelId="{B12D8C5A-17BC-403E-8952-1BC4733125AE}" type="pres">
      <dgm:prSet presAssocID="{205FC588-D6C0-4C4A-B366-960B080074F6}" presName="parTx" presStyleLbl="revTx" presStyleIdx="1" presStyleCnt="4">
        <dgm:presLayoutVars>
          <dgm:chMax val="1"/>
          <dgm:bulletEnabled val="1"/>
        </dgm:presLayoutVars>
      </dgm:prSet>
      <dgm:spPr/>
    </dgm:pt>
    <dgm:pt modelId="{FBCA80FE-55DC-476E-8076-8B850463C803}" type="pres">
      <dgm:prSet presAssocID="{205FC588-D6C0-4C4A-B366-960B080074F6}" presName="bracket" presStyleLbl="parChTrans1D1" presStyleIdx="1" presStyleCnt="4"/>
      <dgm:spPr/>
    </dgm:pt>
    <dgm:pt modelId="{075ABFE5-DA6D-4C98-8B3F-8B146E1F5B1B}" type="pres">
      <dgm:prSet presAssocID="{205FC588-D6C0-4C4A-B366-960B080074F6}" presName="spH" presStyleCnt="0"/>
      <dgm:spPr/>
    </dgm:pt>
    <dgm:pt modelId="{E7FE86E6-F3F3-4B4D-BE80-E2E92299D2C6}" type="pres">
      <dgm:prSet presAssocID="{205FC588-D6C0-4C4A-B366-960B080074F6}" presName="desTx" presStyleLbl="node1" presStyleIdx="1" presStyleCnt="4">
        <dgm:presLayoutVars>
          <dgm:bulletEnabled val="1"/>
        </dgm:presLayoutVars>
      </dgm:prSet>
      <dgm:spPr/>
    </dgm:pt>
    <dgm:pt modelId="{2C399710-BF61-4ED7-B997-C50ED26AFCB9}" type="pres">
      <dgm:prSet presAssocID="{C9A37558-82DE-4E19-8994-663C486AA275}" presName="spV" presStyleCnt="0"/>
      <dgm:spPr/>
    </dgm:pt>
    <dgm:pt modelId="{68C3ED63-4965-4ECD-8EA7-27CF123E5CC2}" type="pres">
      <dgm:prSet presAssocID="{9A2980DE-8C9A-44EC-850F-919571223837}" presName="linNode" presStyleCnt="0"/>
      <dgm:spPr/>
    </dgm:pt>
    <dgm:pt modelId="{90EBC088-8319-4A50-9056-6522CD517F0F}" type="pres">
      <dgm:prSet presAssocID="{9A2980DE-8C9A-44EC-850F-919571223837}" presName="parTx" presStyleLbl="revTx" presStyleIdx="2" presStyleCnt="4">
        <dgm:presLayoutVars>
          <dgm:chMax val="1"/>
          <dgm:bulletEnabled val="1"/>
        </dgm:presLayoutVars>
      </dgm:prSet>
      <dgm:spPr/>
    </dgm:pt>
    <dgm:pt modelId="{E4AAEDD4-D055-4B84-810F-969B8D2FB995}" type="pres">
      <dgm:prSet presAssocID="{9A2980DE-8C9A-44EC-850F-919571223837}" presName="bracket" presStyleLbl="parChTrans1D1" presStyleIdx="2" presStyleCnt="4"/>
      <dgm:spPr/>
    </dgm:pt>
    <dgm:pt modelId="{72C6B83A-EB22-4A83-8ACF-7DE87F181873}" type="pres">
      <dgm:prSet presAssocID="{9A2980DE-8C9A-44EC-850F-919571223837}" presName="spH" presStyleCnt="0"/>
      <dgm:spPr/>
    </dgm:pt>
    <dgm:pt modelId="{248E5A8F-F360-4C7C-BC37-963BD20D721B}" type="pres">
      <dgm:prSet presAssocID="{9A2980DE-8C9A-44EC-850F-919571223837}" presName="desTx" presStyleLbl="node1" presStyleIdx="2" presStyleCnt="4">
        <dgm:presLayoutVars>
          <dgm:bulletEnabled val="1"/>
        </dgm:presLayoutVars>
      </dgm:prSet>
      <dgm:spPr/>
    </dgm:pt>
    <dgm:pt modelId="{B76A73FB-C14A-4504-BDB2-72AF397F732F}" type="pres">
      <dgm:prSet presAssocID="{F69AC19D-D298-46B9-9ECD-8F264C305A7D}" presName="spV" presStyleCnt="0"/>
      <dgm:spPr/>
    </dgm:pt>
    <dgm:pt modelId="{79312F6A-E369-4F3D-B3FE-A3955C07C24E}" type="pres">
      <dgm:prSet presAssocID="{A7CDEA68-4707-4805-921B-C6250973FE02}" presName="linNode" presStyleCnt="0"/>
      <dgm:spPr/>
    </dgm:pt>
    <dgm:pt modelId="{75EE1E02-A028-410B-9095-F0093559A97E}" type="pres">
      <dgm:prSet presAssocID="{A7CDEA68-4707-4805-921B-C6250973FE02}" presName="parTx" presStyleLbl="revTx" presStyleIdx="3" presStyleCnt="4">
        <dgm:presLayoutVars>
          <dgm:chMax val="1"/>
          <dgm:bulletEnabled val="1"/>
        </dgm:presLayoutVars>
      </dgm:prSet>
      <dgm:spPr/>
    </dgm:pt>
    <dgm:pt modelId="{EB34A639-B84C-43CC-A52C-59875A9619F1}" type="pres">
      <dgm:prSet presAssocID="{A7CDEA68-4707-4805-921B-C6250973FE02}" presName="bracket" presStyleLbl="parChTrans1D1" presStyleIdx="3" presStyleCnt="4"/>
      <dgm:spPr/>
    </dgm:pt>
    <dgm:pt modelId="{921450C8-6089-44D7-8720-7414561BF6A1}" type="pres">
      <dgm:prSet presAssocID="{A7CDEA68-4707-4805-921B-C6250973FE02}" presName="spH" presStyleCnt="0"/>
      <dgm:spPr/>
    </dgm:pt>
    <dgm:pt modelId="{715FCCF5-6774-4D82-8A8B-9300B8608958}" type="pres">
      <dgm:prSet presAssocID="{A7CDEA68-4707-4805-921B-C6250973FE02}" presName="desTx" presStyleLbl="node1" presStyleIdx="3" presStyleCnt="4">
        <dgm:presLayoutVars>
          <dgm:bulletEnabled val="1"/>
        </dgm:presLayoutVars>
      </dgm:prSet>
      <dgm:spPr/>
    </dgm:pt>
  </dgm:ptLst>
  <dgm:cxnLst>
    <dgm:cxn modelId="{9E478201-4BD4-4F69-A020-1560B8454237}" type="presOf" srcId="{48903AA2-AAEA-43E7-AE05-4D3A4FBC3A4E}" destId="{715FCCF5-6774-4D82-8A8B-9300B8608958}" srcOrd="0" destOrd="0" presId="urn:diagrams.loki3.com/BracketList"/>
    <dgm:cxn modelId="{689E0C03-EDB6-4961-989D-DF790883F6E8}" srcId="{72009C07-A542-44D8-8FD7-A6E11D6A70D0}" destId="{754FFEF9-E7D6-4B47-A3CE-8817E1577414}" srcOrd="0" destOrd="0" parTransId="{F012D1C6-CEC1-4D31-8537-C98CAF2DD819}" sibTransId="{651AE79F-26B8-40DD-A60B-1CEBD6E5C0F9}"/>
    <dgm:cxn modelId="{38A27913-F082-40C4-94FC-F402A7C0773B}" type="presOf" srcId="{6D07CE3F-2622-4B17-A121-0CF85F6379B2}" destId="{715FCCF5-6774-4D82-8A8B-9300B8608958}" srcOrd="0" destOrd="1" presId="urn:diagrams.loki3.com/BracketList"/>
    <dgm:cxn modelId="{3B3DCA15-9B1B-47AE-BB0D-A9D2E35DC690}" type="presOf" srcId="{72009C07-A542-44D8-8FD7-A6E11D6A70D0}" destId="{9E6D1EBC-BB02-47EA-8D6C-DFF389D88B00}" srcOrd="0" destOrd="0" presId="urn:diagrams.loki3.com/BracketList"/>
    <dgm:cxn modelId="{476D9516-C893-44D8-A90A-BD6BE1185C0D}" srcId="{754FFEF9-E7D6-4B47-A3CE-8817E1577414}" destId="{0264B6AA-A8B9-43CF-B88F-ACE8AA6B3CCC}" srcOrd="1" destOrd="0" parTransId="{F8B8BF12-6896-499A-9191-9E9002E86027}" sibTransId="{77D1510F-70B4-4B08-8D59-EE3BA33531F2}"/>
    <dgm:cxn modelId="{F3EE271B-D61C-43C3-85E1-E728A49A2142}" type="presOf" srcId="{754FFEF9-E7D6-4B47-A3CE-8817E1577414}" destId="{B1E5245C-1094-4E5C-8CB8-C81D334C4675}" srcOrd="0" destOrd="0" presId="urn:diagrams.loki3.com/BracketList"/>
    <dgm:cxn modelId="{F1A84921-0D43-4765-9B60-BDF9566F299E}" srcId="{205FC588-D6C0-4C4A-B366-960B080074F6}" destId="{1088C5DA-CFA2-4832-A1E5-57AE3350EFCE}" srcOrd="1" destOrd="0" parTransId="{4BA6C577-CDAA-4588-B18A-1241C8797AC5}" sibTransId="{57C26723-D564-4B99-AD45-48348F7AA475}"/>
    <dgm:cxn modelId="{14DE4B2D-998C-4F3B-9ACD-858B74626F6F}" srcId="{205FC588-D6C0-4C4A-B366-960B080074F6}" destId="{E7BB6FAD-FE67-42A0-990A-03F01A952301}" srcOrd="2" destOrd="0" parTransId="{2575B6BD-4866-4FFB-A669-D5F3430CB89D}" sibTransId="{7F9C09EE-8432-4B80-9601-5CB873B7D929}"/>
    <dgm:cxn modelId="{B265E335-FA7A-47F5-B9EC-AB596E599DCF}" type="presOf" srcId="{6B5F14B6-CA33-41BE-93BC-456B41148336}" destId="{E7FE86E6-F3F3-4B4D-BE80-E2E92299D2C6}" srcOrd="0" destOrd="3" presId="urn:diagrams.loki3.com/BracketList"/>
    <dgm:cxn modelId="{AFAE2139-BE7D-4FE8-A382-6524244C04F5}" srcId="{205FC588-D6C0-4C4A-B366-960B080074F6}" destId="{6B5F14B6-CA33-41BE-93BC-456B41148336}" srcOrd="3" destOrd="0" parTransId="{092795DF-D902-4BB9-B534-3859E2D8B38E}" sibTransId="{123E9F4C-A7CF-4134-B10F-49666BD31DEB}"/>
    <dgm:cxn modelId="{AAFC2640-E13A-45BE-AEA3-D1ADA04F2C9B}" srcId="{72009C07-A542-44D8-8FD7-A6E11D6A70D0}" destId="{205FC588-D6C0-4C4A-B366-960B080074F6}" srcOrd="1" destOrd="0" parTransId="{0973D034-47FA-4B7E-896F-3E16EE3E5A48}" sibTransId="{C9A37558-82DE-4E19-8994-663C486AA275}"/>
    <dgm:cxn modelId="{CA059D64-8A57-489C-A6A1-5FCA293E17A9}" type="presOf" srcId="{1088C5DA-CFA2-4832-A1E5-57AE3350EFCE}" destId="{E7FE86E6-F3F3-4B4D-BE80-E2E92299D2C6}" srcOrd="0" destOrd="1" presId="urn:diagrams.loki3.com/BracketList"/>
    <dgm:cxn modelId="{CB25AD44-CD23-4F3A-BD61-4CF2AF9B8FFF}" type="presOf" srcId="{A0117580-9FE1-4B4F-A5F2-C96F1E320567}" destId="{248E5A8F-F360-4C7C-BC37-963BD20D721B}" srcOrd="0" destOrd="0" presId="urn:diagrams.loki3.com/BracketList"/>
    <dgm:cxn modelId="{1030FF46-822F-43F3-8987-846D43BD50A9}" srcId="{205FC588-D6C0-4C4A-B366-960B080074F6}" destId="{865D23C3-99DE-4464-9D1B-C9CFBE8E1983}" srcOrd="0" destOrd="0" parTransId="{0A49DB42-F08E-4F4D-B71B-D8E0A0570650}" sibTransId="{82FCE0E1-8BA2-4451-BAA8-29CED6314288}"/>
    <dgm:cxn modelId="{4C2ED74C-3AD1-47A9-9CCD-914EC8F09F03}" type="presOf" srcId="{A7CDEA68-4707-4805-921B-C6250973FE02}" destId="{75EE1E02-A028-410B-9095-F0093559A97E}" srcOrd="0" destOrd="0" presId="urn:diagrams.loki3.com/BracketList"/>
    <dgm:cxn modelId="{7CCEC971-3999-4F1C-871D-B012B1B66FA0}" type="presOf" srcId="{0264B6AA-A8B9-43CF-B88F-ACE8AA6B3CCC}" destId="{9C9D29C9-15E2-4C36-948A-AE49C7E87271}" srcOrd="0" destOrd="1" presId="urn:diagrams.loki3.com/BracketList"/>
    <dgm:cxn modelId="{5CE5E37C-A57C-479A-A84F-DB398D15417C}" type="presOf" srcId="{98A67D60-AC60-4355-939C-D7E967991C6A}" destId="{9C9D29C9-15E2-4C36-948A-AE49C7E87271}" srcOrd="0" destOrd="2" presId="urn:diagrams.loki3.com/BracketList"/>
    <dgm:cxn modelId="{2680E07F-A4EC-40C3-89B1-2D4E7347472F}" type="presOf" srcId="{9A2980DE-8C9A-44EC-850F-919571223837}" destId="{90EBC088-8319-4A50-9056-6522CD517F0F}" srcOrd="0" destOrd="0" presId="urn:diagrams.loki3.com/BracketList"/>
    <dgm:cxn modelId="{75675E81-2372-48A2-9113-590E7130B3E1}" type="presOf" srcId="{A44CA577-B07E-4B7A-A20D-D77D896BF17F}" destId="{9C9D29C9-15E2-4C36-948A-AE49C7E87271}" srcOrd="0" destOrd="0" presId="urn:diagrams.loki3.com/BracketList"/>
    <dgm:cxn modelId="{4415C598-FC11-4E78-AC42-9653B4A23FF4}" srcId="{754FFEF9-E7D6-4B47-A3CE-8817E1577414}" destId="{98A67D60-AC60-4355-939C-D7E967991C6A}" srcOrd="2" destOrd="0" parTransId="{49C29DA0-1A19-4AB5-BF73-140A20FAD58F}" sibTransId="{83FDB9B4-4F75-42B4-BB0B-8E68BFE6B952}"/>
    <dgm:cxn modelId="{611EF799-6CC1-4651-91CE-8D0CAC61F7A1}" type="presOf" srcId="{205FC588-D6C0-4C4A-B366-960B080074F6}" destId="{B12D8C5A-17BC-403E-8952-1BC4733125AE}" srcOrd="0" destOrd="0" presId="urn:diagrams.loki3.com/BracketList"/>
    <dgm:cxn modelId="{878BF49D-D9FD-4965-A723-7E0EC2FC24E6}" type="presOf" srcId="{E7BB6FAD-FE67-42A0-990A-03F01A952301}" destId="{E7FE86E6-F3F3-4B4D-BE80-E2E92299D2C6}" srcOrd="0" destOrd="2" presId="urn:diagrams.loki3.com/BracketList"/>
    <dgm:cxn modelId="{7FF100A5-580F-4E6E-9862-D5BE9F52D0C2}" srcId="{A7CDEA68-4707-4805-921B-C6250973FE02}" destId="{48903AA2-AAEA-43E7-AE05-4D3A4FBC3A4E}" srcOrd="0" destOrd="0" parTransId="{A372FC20-211D-4E5D-A298-EA81FFA57CD7}" sibTransId="{A3C3E19E-8A29-452C-A74C-114BF72D6EFD}"/>
    <dgm:cxn modelId="{D34FD8A5-D02F-40F5-A7EC-201E54518F62}" srcId="{754FFEF9-E7D6-4B47-A3CE-8817E1577414}" destId="{A44CA577-B07E-4B7A-A20D-D77D896BF17F}" srcOrd="0" destOrd="0" parTransId="{760897CF-2568-4604-BF83-4F02544FE9D9}" sibTransId="{449CCED4-2E84-4D84-85D8-5689EE720130}"/>
    <dgm:cxn modelId="{3C6D10C0-54D8-43D3-BCBE-2E498C9B1FA1}" type="presOf" srcId="{865D23C3-99DE-4464-9D1B-C9CFBE8E1983}" destId="{E7FE86E6-F3F3-4B4D-BE80-E2E92299D2C6}" srcOrd="0" destOrd="0" presId="urn:diagrams.loki3.com/BracketList"/>
    <dgm:cxn modelId="{839513C2-2287-471F-8C8B-2FAD67171D4E}" srcId="{72009C07-A542-44D8-8FD7-A6E11D6A70D0}" destId="{A7CDEA68-4707-4805-921B-C6250973FE02}" srcOrd="3" destOrd="0" parTransId="{B475C771-7847-42AD-B98B-D5E78F1F710F}" sibTransId="{9297140B-BC34-4CD1-9852-C2B75FE77BDC}"/>
    <dgm:cxn modelId="{23723DC3-7644-4882-9371-6955869F8270}" srcId="{A7CDEA68-4707-4805-921B-C6250973FE02}" destId="{6D07CE3F-2622-4B17-A121-0CF85F6379B2}" srcOrd="1" destOrd="0" parTransId="{BD02C468-86D9-4248-9471-6F8B96AD6E10}" sibTransId="{72EC7266-69C4-4998-903D-7559BADE18C4}"/>
    <dgm:cxn modelId="{7DBBDCDF-1E07-446D-ABFF-75918F1E96CF}" srcId="{72009C07-A542-44D8-8FD7-A6E11D6A70D0}" destId="{9A2980DE-8C9A-44EC-850F-919571223837}" srcOrd="2" destOrd="0" parTransId="{B0DDF0CE-D3E5-49AE-BEB7-42EA74663541}" sibTransId="{F69AC19D-D298-46B9-9ECD-8F264C305A7D}"/>
    <dgm:cxn modelId="{2EF95DEA-9A17-47CE-BE9D-A47E6CD1F361}" srcId="{9A2980DE-8C9A-44EC-850F-919571223837}" destId="{A0117580-9FE1-4B4F-A5F2-C96F1E320567}" srcOrd="0" destOrd="0" parTransId="{A40238E7-E6F1-41A3-99F9-5B47B1827B18}" sibTransId="{ED521898-FE65-4CCD-B6D7-753AE68E60B5}"/>
    <dgm:cxn modelId="{ECDB46A4-6215-4613-8412-5AF8375570DA}" type="presParOf" srcId="{9E6D1EBC-BB02-47EA-8D6C-DFF389D88B00}" destId="{34BEC2E0-DCA8-4237-B341-0F35CA449351}" srcOrd="0" destOrd="0" presId="urn:diagrams.loki3.com/BracketList"/>
    <dgm:cxn modelId="{49024DD7-8C7A-421F-9FE1-3519FCB8AF9B}" type="presParOf" srcId="{34BEC2E0-DCA8-4237-B341-0F35CA449351}" destId="{B1E5245C-1094-4E5C-8CB8-C81D334C4675}" srcOrd="0" destOrd="0" presId="urn:diagrams.loki3.com/BracketList"/>
    <dgm:cxn modelId="{E12DD6D4-B2EE-49ED-90EC-1E1D8E7DBB8B}" type="presParOf" srcId="{34BEC2E0-DCA8-4237-B341-0F35CA449351}" destId="{BA35D6D6-FF26-473C-BAE8-B64274CB8D62}" srcOrd="1" destOrd="0" presId="urn:diagrams.loki3.com/BracketList"/>
    <dgm:cxn modelId="{BE93E992-B36E-444E-8F58-9C26F843C41B}" type="presParOf" srcId="{34BEC2E0-DCA8-4237-B341-0F35CA449351}" destId="{ECD2A2AD-7151-4377-880D-2D64C6BF73B8}" srcOrd="2" destOrd="0" presId="urn:diagrams.loki3.com/BracketList"/>
    <dgm:cxn modelId="{920F5CD5-E107-4321-8CEE-9B292434B94B}" type="presParOf" srcId="{34BEC2E0-DCA8-4237-B341-0F35CA449351}" destId="{9C9D29C9-15E2-4C36-948A-AE49C7E87271}" srcOrd="3" destOrd="0" presId="urn:diagrams.loki3.com/BracketList"/>
    <dgm:cxn modelId="{BC12F605-C875-4332-8D03-0CEAD1974997}" type="presParOf" srcId="{9E6D1EBC-BB02-47EA-8D6C-DFF389D88B00}" destId="{C1B29246-1C6E-43F3-BA38-9BCFAEC4B9B0}" srcOrd="1" destOrd="0" presId="urn:diagrams.loki3.com/BracketList"/>
    <dgm:cxn modelId="{8FB1BBF8-ACDD-47FD-970C-BC97C55EB972}" type="presParOf" srcId="{9E6D1EBC-BB02-47EA-8D6C-DFF389D88B00}" destId="{7451F728-5DA0-4DC1-8160-E6C8D916615B}" srcOrd="2" destOrd="0" presId="urn:diagrams.loki3.com/BracketList"/>
    <dgm:cxn modelId="{F6708A5F-0F4B-4538-AF0E-A4D84D34769C}" type="presParOf" srcId="{7451F728-5DA0-4DC1-8160-E6C8D916615B}" destId="{B12D8C5A-17BC-403E-8952-1BC4733125AE}" srcOrd="0" destOrd="0" presId="urn:diagrams.loki3.com/BracketList"/>
    <dgm:cxn modelId="{43CB33A9-488C-41BF-9BF7-0DA4C6FE4E77}" type="presParOf" srcId="{7451F728-5DA0-4DC1-8160-E6C8D916615B}" destId="{FBCA80FE-55DC-476E-8076-8B850463C803}" srcOrd="1" destOrd="0" presId="urn:diagrams.loki3.com/BracketList"/>
    <dgm:cxn modelId="{A5FC7C96-7D13-4B9A-88DA-F434B1AB0D80}" type="presParOf" srcId="{7451F728-5DA0-4DC1-8160-E6C8D916615B}" destId="{075ABFE5-DA6D-4C98-8B3F-8B146E1F5B1B}" srcOrd="2" destOrd="0" presId="urn:diagrams.loki3.com/BracketList"/>
    <dgm:cxn modelId="{5167495B-4102-46B9-BCF6-CE7FDCF82B0D}" type="presParOf" srcId="{7451F728-5DA0-4DC1-8160-E6C8D916615B}" destId="{E7FE86E6-F3F3-4B4D-BE80-E2E92299D2C6}" srcOrd="3" destOrd="0" presId="urn:diagrams.loki3.com/BracketList"/>
    <dgm:cxn modelId="{FD1EBFB3-5201-43E2-8776-AB877704FE73}" type="presParOf" srcId="{9E6D1EBC-BB02-47EA-8D6C-DFF389D88B00}" destId="{2C399710-BF61-4ED7-B997-C50ED26AFCB9}" srcOrd="3" destOrd="0" presId="urn:diagrams.loki3.com/BracketList"/>
    <dgm:cxn modelId="{28B71421-9BED-488E-B3A4-752BD87329B6}" type="presParOf" srcId="{9E6D1EBC-BB02-47EA-8D6C-DFF389D88B00}" destId="{68C3ED63-4965-4ECD-8EA7-27CF123E5CC2}" srcOrd="4" destOrd="0" presId="urn:diagrams.loki3.com/BracketList"/>
    <dgm:cxn modelId="{C0ECAB5C-DBE9-4D0E-8E4E-64AECE4FB467}" type="presParOf" srcId="{68C3ED63-4965-4ECD-8EA7-27CF123E5CC2}" destId="{90EBC088-8319-4A50-9056-6522CD517F0F}" srcOrd="0" destOrd="0" presId="urn:diagrams.loki3.com/BracketList"/>
    <dgm:cxn modelId="{094C0047-DDA1-448A-87FB-D8A20C286A31}" type="presParOf" srcId="{68C3ED63-4965-4ECD-8EA7-27CF123E5CC2}" destId="{E4AAEDD4-D055-4B84-810F-969B8D2FB995}" srcOrd="1" destOrd="0" presId="urn:diagrams.loki3.com/BracketList"/>
    <dgm:cxn modelId="{06456AE7-FB75-4418-871D-DB43A78734A7}" type="presParOf" srcId="{68C3ED63-4965-4ECD-8EA7-27CF123E5CC2}" destId="{72C6B83A-EB22-4A83-8ACF-7DE87F181873}" srcOrd="2" destOrd="0" presId="urn:diagrams.loki3.com/BracketList"/>
    <dgm:cxn modelId="{369B45FC-C4E8-49B6-B6E0-2F69A72D4827}" type="presParOf" srcId="{68C3ED63-4965-4ECD-8EA7-27CF123E5CC2}" destId="{248E5A8F-F360-4C7C-BC37-963BD20D721B}" srcOrd="3" destOrd="0" presId="urn:diagrams.loki3.com/BracketList"/>
    <dgm:cxn modelId="{5AA5B642-69F0-47A4-A269-8C0E4381BBCE}" type="presParOf" srcId="{9E6D1EBC-BB02-47EA-8D6C-DFF389D88B00}" destId="{B76A73FB-C14A-4504-BDB2-72AF397F732F}" srcOrd="5" destOrd="0" presId="urn:diagrams.loki3.com/BracketList"/>
    <dgm:cxn modelId="{97921E29-B914-4691-81DF-BC1177F6C913}" type="presParOf" srcId="{9E6D1EBC-BB02-47EA-8D6C-DFF389D88B00}" destId="{79312F6A-E369-4F3D-B3FE-A3955C07C24E}" srcOrd="6" destOrd="0" presId="urn:diagrams.loki3.com/BracketList"/>
    <dgm:cxn modelId="{4C23F3C0-90BD-4DD8-A7B4-7120DF631619}" type="presParOf" srcId="{79312F6A-E369-4F3D-B3FE-A3955C07C24E}" destId="{75EE1E02-A028-410B-9095-F0093559A97E}" srcOrd="0" destOrd="0" presId="urn:diagrams.loki3.com/BracketList"/>
    <dgm:cxn modelId="{63B29893-5B72-4107-A5B2-33E9D93AB0F2}" type="presParOf" srcId="{79312F6A-E369-4F3D-B3FE-A3955C07C24E}" destId="{EB34A639-B84C-43CC-A52C-59875A9619F1}" srcOrd="1" destOrd="0" presId="urn:diagrams.loki3.com/BracketList"/>
    <dgm:cxn modelId="{8A951DD2-B6AD-4379-9A02-50EA28B5D2ED}" type="presParOf" srcId="{79312F6A-E369-4F3D-B3FE-A3955C07C24E}" destId="{921450C8-6089-44D7-8720-7414561BF6A1}" srcOrd="2" destOrd="0" presId="urn:diagrams.loki3.com/BracketList"/>
    <dgm:cxn modelId="{E99F9D33-B0E0-4F5A-9093-A28400C94C86}" type="presParOf" srcId="{79312F6A-E369-4F3D-B3FE-A3955C07C24E}" destId="{715FCCF5-6774-4D82-8A8B-9300B8608958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81398-6210-452E-93F8-6BC1D826CCC4}">
      <dsp:nvSpPr>
        <dsp:cNvPr id="0" name=""/>
        <dsp:cNvSpPr/>
      </dsp:nvSpPr>
      <dsp:spPr>
        <a:xfrm>
          <a:off x="0" y="701372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600" b="1" kern="1200" dirty="0"/>
            <a:t>ЧАСТ 1: Основи на невронните мрежи</a:t>
          </a:r>
          <a:endParaRPr lang="bg-BG" sz="2600" kern="1200" dirty="0"/>
        </a:p>
      </dsp:txBody>
      <dsp:txXfrm>
        <a:off x="30442" y="731814"/>
        <a:ext cx="10454716" cy="562726"/>
      </dsp:txXfrm>
    </dsp:sp>
    <dsp:sp modelId="{17BCEAE0-0420-4B18-AF31-DD2DE86DED98}">
      <dsp:nvSpPr>
        <dsp:cNvPr id="0" name=""/>
        <dsp:cNvSpPr/>
      </dsp:nvSpPr>
      <dsp:spPr>
        <a:xfrm>
          <a:off x="0" y="1399862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600" b="1" kern="1200"/>
            <a:t>ЧАСТ 2: РАЗШИРЕНИ АРХИТЕКТУРИ</a:t>
          </a:r>
          <a:endParaRPr lang="bg-BG" sz="2600" kern="1200"/>
        </a:p>
      </dsp:txBody>
      <dsp:txXfrm>
        <a:off x="30442" y="1430304"/>
        <a:ext cx="10454716" cy="562726"/>
      </dsp:txXfrm>
    </dsp:sp>
    <dsp:sp modelId="{0AF3CF11-DBA4-4D52-9808-63FA4E77C5C4}">
      <dsp:nvSpPr>
        <dsp:cNvPr id="0" name=""/>
        <dsp:cNvSpPr/>
      </dsp:nvSpPr>
      <dsp:spPr>
        <a:xfrm>
          <a:off x="0" y="2098352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/>
            <a:t>ЧАСТ 3: АВТОНОМНИ И ХИБРИДНИ СИСТЕМИ (Съвременни парадигми)</a:t>
          </a:r>
          <a:endParaRPr lang="bg-BG" sz="2600" kern="1200"/>
        </a:p>
      </dsp:txBody>
      <dsp:txXfrm>
        <a:off x="30442" y="2128794"/>
        <a:ext cx="10454716" cy="562726"/>
      </dsp:txXfrm>
    </dsp:sp>
    <dsp:sp modelId="{F76AAC41-14B2-46C6-A3E0-2ED8C42F0176}">
      <dsp:nvSpPr>
        <dsp:cNvPr id="0" name=""/>
        <dsp:cNvSpPr/>
      </dsp:nvSpPr>
      <dsp:spPr>
        <a:xfrm>
          <a:off x="0" y="2796842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/>
            <a:t>ЧАСТ 4: МАЩАБИРАНЕ И ПРИЛОЖЕНИЯ</a:t>
          </a:r>
          <a:endParaRPr lang="bg-BG" sz="2600" kern="1200"/>
        </a:p>
      </dsp:txBody>
      <dsp:txXfrm>
        <a:off x="30442" y="2827284"/>
        <a:ext cx="10454716" cy="562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A66AD-0F34-4301-8ACC-A297A0D78523}">
      <dsp:nvSpPr>
        <dsp:cNvPr id="0" name=""/>
        <dsp:cNvSpPr/>
      </dsp:nvSpPr>
      <dsp:spPr>
        <a:xfrm>
          <a:off x="0" y="81272"/>
          <a:ext cx="10515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i="0" kern="1200"/>
            <a:t>Раздел 1: Увод и подготовка на данните</a:t>
          </a:r>
          <a:endParaRPr lang="bg-BG" sz="1800" kern="1200"/>
        </a:p>
      </dsp:txBody>
      <dsp:txXfrm>
        <a:off x="21075" y="102347"/>
        <a:ext cx="10473450" cy="389580"/>
      </dsp:txXfrm>
    </dsp:sp>
    <dsp:sp modelId="{CDD19915-38B2-45D5-954C-804659417DD3}">
      <dsp:nvSpPr>
        <dsp:cNvPr id="0" name=""/>
        <dsp:cNvSpPr/>
      </dsp:nvSpPr>
      <dsp:spPr>
        <a:xfrm>
          <a:off x="0" y="513002"/>
          <a:ext cx="10515600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1.1 Увод в НМГА</a:t>
          </a:r>
          <a:endParaRPr lang="bg-BG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1.2 Схема на работа и документиране</a:t>
          </a:r>
          <a:endParaRPr lang="bg-BG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1.3 Подготовка на данните (интегритет, почистване, липсващи стойности, шум)</a:t>
          </a:r>
          <a:endParaRPr lang="bg-BG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1.4 Трансформация и нормализация на данните</a:t>
          </a:r>
          <a:endParaRPr lang="bg-BG" sz="1400" kern="1200"/>
        </a:p>
      </dsp:txBody>
      <dsp:txXfrm>
        <a:off x="0" y="513002"/>
        <a:ext cx="10515600" cy="968760"/>
      </dsp:txXfrm>
    </dsp:sp>
    <dsp:sp modelId="{624D4778-4BA5-4162-9E13-974BC03A9BAE}">
      <dsp:nvSpPr>
        <dsp:cNvPr id="0" name=""/>
        <dsp:cNvSpPr/>
      </dsp:nvSpPr>
      <dsp:spPr>
        <a:xfrm>
          <a:off x="0" y="1481762"/>
          <a:ext cx="10515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i="0" kern="1200"/>
            <a:t>Раздел 2: Класически невронни мрежи</a:t>
          </a:r>
          <a:endParaRPr lang="bg-BG" sz="1800" kern="1200"/>
        </a:p>
      </dsp:txBody>
      <dsp:txXfrm>
        <a:off x="21075" y="1502837"/>
        <a:ext cx="10473450" cy="389580"/>
      </dsp:txXfrm>
    </dsp:sp>
    <dsp:sp modelId="{4BA353FC-D394-4790-A18F-353836959644}">
      <dsp:nvSpPr>
        <dsp:cNvPr id="0" name=""/>
        <dsp:cNvSpPr/>
      </dsp:nvSpPr>
      <dsp:spPr>
        <a:xfrm>
          <a:off x="0" y="1913492"/>
          <a:ext cx="10515600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2.1 Същност на невронните мрежи (неврон, активационни функции, bias)</a:t>
          </a:r>
          <a:endParaRPr lang="bg-BG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2.2 Архитектура (топология) на ИНМ</a:t>
          </a:r>
          <a:endParaRPr lang="bg-BG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2.3 Обучение на ИНМ (видове обучение, епохи)</a:t>
          </a:r>
          <a:endParaRPr lang="bg-BG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2.4 Алгоритми за обучение на многослойни перцептрони (Backpropagation, оптимизатори от първи и втори ред)</a:t>
          </a:r>
          <a:endParaRPr lang="bg-BG" sz="1400" kern="1200"/>
        </a:p>
      </dsp:txBody>
      <dsp:txXfrm>
        <a:off x="0" y="1913492"/>
        <a:ext cx="10515600" cy="968760"/>
      </dsp:txXfrm>
    </dsp:sp>
    <dsp:sp modelId="{94A5F9BD-952D-4228-8EF2-F9AF5D08A1D2}">
      <dsp:nvSpPr>
        <dsp:cNvPr id="0" name=""/>
        <dsp:cNvSpPr/>
      </dsp:nvSpPr>
      <dsp:spPr>
        <a:xfrm>
          <a:off x="0" y="2882252"/>
          <a:ext cx="10515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i="0" kern="1200"/>
            <a:t>Раздел 3: Оценка и оптимизация</a:t>
          </a:r>
          <a:endParaRPr lang="bg-BG" sz="1800" kern="1200"/>
        </a:p>
      </dsp:txBody>
      <dsp:txXfrm>
        <a:off x="21075" y="2903327"/>
        <a:ext cx="10473450" cy="389580"/>
      </dsp:txXfrm>
    </dsp:sp>
    <dsp:sp modelId="{5D863321-CBED-4768-833B-9E561A777020}">
      <dsp:nvSpPr>
        <dsp:cNvPr id="0" name=""/>
        <dsp:cNvSpPr/>
      </dsp:nvSpPr>
      <dsp:spPr>
        <a:xfrm>
          <a:off x="0" y="3313982"/>
          <a:ext cx="10515600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3.1 Оценка на алгоритъма (Confusion Matrix, ROC криви, Precision/Trueness)</a:t>
          </a:r>
          <a:endParaRPr lang="bg-BG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3.2 Оптимизация на параметрите и архитектурата (L1/L2, Dropout, Batch Normalization)</a:t>
          </a:r>
          <a:endParaRPr lang="bg-BG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400" b="0" i="0" kern="1200"/>
            <a:t>3.3 Избор на записи за трениране, валидиране и тест (k-FCV, overfitting/underfitting)</a:t>
          </a:r>
          <a:endParaRPr lang="bg-BG" sz="1400" kern="1200"/>
        </a:p>
      </dsp:txBody>
      <dsp:txXfrm>
        <a:off x="0" y="3313982"/>
        <a:ext cx="10515600" cy="7265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1CB518-A88B-4CC7-A4CD-852E86E2F3D9}">
      <dsp:nvSpPr>
        <dsp:cNvPr id="0" name=""/>
        <dsp:cNvSpPr/>
      </dsp:nvSpPr>
      <dsp:spPr>
        <a:xfrm>
          <a:off x="0" y="153700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b="1" i="0" kern="1200"/>
            <a:t>Раздел 4: Специализирани невронни мрежи</a:t>
          </a:r>
          <a:endParaRPr lang="bg-BG" sz="3000" kern="1200"/>
        </a:p>
      </dsp:txBody>
      <dsp:txXfrm>
        <a:off x="35125" y="188825"/>
        <a:ext cx="10445350" cy="649299"/>
      </dsp:txXfrm>
    </dsp:sp>
    <dsp:sp modelId="{381361E0-CF87-40DE-9C46-9F45C53939F9}">
      <dsp:nvSpPr>
        <dsp:cNvPr id="0" name=""/>
        <dsp:cNvSpPr/>
      </dsp:nvSpPr>
      <dsp:spPr>
        <a:xfrm>
          <a:off x="0" y="873250"/>
          <a:ext cx="10515600" cy="158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bg-BG" sz="2300" b="0" i="0" kern="1200"/>
            <a:t>4.1 Рекурентни мрежи (</a:t>
          </a:r>
          <a:r>
            <a:rPr lang="en-US" sz="2300" b="0" i="0" kern="1200"/>
            <a:t>RNN, LSTM, GRU)</a:t>
          </a:r>
          <a:endParaRPr lang="bg-BG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4.2 </a:t>
          </a:r>
          <a:r>
            <a:rPr lang="bg-BG" sz="2300" b="0" i="0" kern="1200"/>
            <a:t>Мрежи с асоциативна памет (</a:t>
          </a:r>
          <a:r>
            <a:rPr lang="en-US" sz="2300" b="0" i="0" kern="1200"/>
            <a:t>Hopfield, </a:t>
          </a:r>
          <a:r>
            <a:rPr lang="bg-BG" sz="2300" b="0" i="0" kern="1200"/>
            <a:t>Болцманови машини)</a:t>
          </a:r>
          <a:endParaRPr lang="bg-BG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bg-BG" sz="2300" b="0" i="0" kern="1200"/>
            <a:t>4.3 Конволюционни невронни мрежи (</a:t>
          </a:r>
          <a:r>
            <a:rPr lang="en-US" sz="2300" b="0" i="0" kern="1200"/>
            <a:t>CNN) – </a:t>
          </a:r>
          <a:r>
            <a:rPr lang="bg-BG" sz="2300" b="0" i="1" kern="1200"/>
            <a:t>актуална тема</a:t>
          </a:r>
          <a:endParaRPr lang="bg-BG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bg-BG" sz="2300" b="0" i="0" kern="1200"/>
            <a:t>4.4 Трансформъри и механизъм на вниманието – </a:t>
          </a:r>
          <a:r>
            <a:rPr lang="bg-BG" sz="2300" b="0" i="1" kern="1200"/>
            <a:t>актуална тема</a:t>
          </a:r>
          <a:endParaRPr lang="bg-BG" sz="2300" kern="1200"/>
        </a:p>
      </dsp:txBody>
      <dsp:txXfrm>
        <a:off x="0" y="873250"/>
        <a:ext cx="10515600" cy="1583549"/>
      </dsp:txXfrm>
    </dsp:sp>
    <dsp:sp modelId="{F6C9C8EA-FF0E-4EB6-9C1C-708F3E17F3F5}">
      <dsp:nvSpPr>
        <dsp:cNvPr id="0" name=""/>
        <dsp:cNvSpPr/>
      </dsp:nvSpPr>
      <dsp:spPr>
        <a:xfrm>
          <a:off x="0" y="2456800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b="1" i="0" kern="1200"/>
            <a:t>Раздел 5: Обучение с подкрепление (</a:t>
          </a:r>
          <a:r>
            <a:rPr lang="en-US" sz="3000" b="1" i="0" kern="1200"/>
            <a:t>Reinforcement Learning)</a:t>
          </a:r>
          <a:endParaRPr lang="bg-BG" sz="3000" kern="1200"/>
        </a:p>
      </dsp:txBody>
      <dsp:txXfrm>
        <a:off x="35125" y="2491925"/>
        <a:ext cx="10445350" cy="649299"/>
      </dsp:txXfrm>
    </dsp:sp>
    <dsp:sp modelId="{5AEB2D13-0CB6-42D2-B442-D527BDB4B90E}">
      <dsp:nvSpPr>
        <dsp:cNvPr id="0" name=""/>
        <dsp:cNvSpPr/>
      </dsp:nvSpPr>
      <dsp:spPr>
        <a:xfrm>
          <a:off x="0" y="3176350"/>
          <a:ext cx="1051560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5.1 </a:t>
          </a:r>
          <a:r>
            <a:rPr lang="bg-BG" sz="2300" b="0" i="0" kern="1200"/>
            <a:t>Класическо обучение с подкрепление</a:t>
          </a:r>
          <a:endParaRPr lang="bg-BG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bg-BG" sz="2300" b="0" i="0" kern="1200"/>
            <a:t>5.2 Дълбоко обучение с подкрепление (</a:t>
          </a:r>
          <a:r>
            <a:rPr lang="en-US" sz="2300" b="0" i="0" kern="1200"/>
            <a:t>Deep RL)</a:t>
          </a:r>
          <a:endParaRPr lang="bg-BG" sz="2300" kern="1200"/>
        </a:p>
      </dsp:txBody>
      <dsp:txXfrm>
        <a:off x="0" y="3176350"/>
        <a:ext cx="10515600" cy="7917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E5FF8-3E7F-40C9-8201-22F75B1F7DA0}">
      <dsp:nvSpPr>
        <dsp:cNvPr id="0" name=""/>
        <dsp:cNvSpPr/>
      </dsp:nvSpPr>
      <dsp:spPr>
        <a:xfrm>
          <a:off x="0" y="184750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b="1" i="0" kern="1200"/>
            <a:t>Раздел 6: Други меки изчислителни методи</a:t>
          </a:r>
          <a:endParaRPr lang="bg-BG" sz="3000" kern="1200"/>
        </a:p>
      </dsp:txBody>
      <dsp:txXfrm>
        <a:off x="35125" y="219875"/>
        <a:ext cx="10445350" cy="649299"/>
      </dsp:txXfrm>
    </dsp:sp>
    <dsp:sp modelId="{054971AB-048D-436E-9D2D-889B21CBCD10}">
      <dsp:nvSpPr>
        <dsp:cNvPr id="0" name=""/>
        <dsp:cNvSpPr/>
      </dsp:nvSpPr>
      <dsp:spPr>
        <a:xfrm>
          <a:off x="0" y="904300"/>
          <a:ext cx="10515600" cy="152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bg-BG" sz="2300" b="0" i="0" kern="1200"/>
            <a:t>6.1 Генетични алгоритми (биологични основи, оператори, селекция, параметри)</a:t>
          </a:r>
          <a:endParaRPr lang="bg-BG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bg-BG" sz="2300" b="0" i="0" kern="1200"/>
            <a:t>6.2 Размити множества (</a:t>
          </a:r>
          <a:r>
            <a:rPr lang="en-US" sz="2300" b="0" i="0" kern="1200"/>
            <a:t>Fuzzy Sets)</a:t>
          </a:r>
          <a:endParaRPr lang="bg-BG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6.3 </a:t>
          </a:r>
          <a:r>
            <a:rPr lang="bg-BG" sz="2300" b="0" i="0" kern="1200"/>
            <a:t>Вероятностни мрежи (Бейс, Демпстър-Шафър)</a:t>
          </a:r>
          <a:endParaRPr lang="bg-BG" sz="2300" kern="1200"/>
        </a:p>
      </dsp:txBody>
      <dsp:txXfrm>
        <a:off x="0" y="904300"/>
        <a:ext cx="10515600" cy="1521450"/>
      </dsp:txXfrm>
    </dsp:sp>
    <dsp:sp modelId="{A62D40A5-B557-420D-96A3-10CDCC4E5EE3}">
      <dsp:nvSpPr>
        <dsp:cNvPr id="0" name=""/>
        <dsp:cNvSpPr/>
      </dsp:nvSpPr>
      <dsp:spPr>
        <a:xfrm>
          <a:off x="0" y="2425750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000" b="1" i="0" kern="1200"/>
            <a:t>Раздел 7: Синергизми и съвременни хибридни подходи</a:t>
          </a:r>
          <a:endParaRPr lang="bg-BG" sz="3000" kern="1200"/>
        </a:p>
      </dsp:txBody>
      <dsp:txXfrm>
        <a:off x="35125" y="2460875"/>
        <a:ext cx="10445350" cy="649299"/>
      </dsp:txXfrm>
    </dsp:sp>
    <dsp:sp modelId="{FD1C895E-3951-43DF-A738-DFB7EDC0597E}">
      <dsp:nvSpPr>
        <dsp:cNvPr id="0" name=""/>
        <dsp:cNvSpPr/>
      </dsp:nvSpPr>
      <dsp:spPr>
        <a:xfrm>
          <a:off x="0" y="3145300"/>
          <a:ext cx="1051560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bg-BG" sz="2300" b="0" i="0" kern="1200"/>
            <a:t>7.1 Класически синергизми (</a:t>
          </a:r>
          <a:r>
            <a:rPr lang="en-US" sz="2300" b="0" i="0" kern="1200"/>
            <a:t>Neurofuzzy, GA+NN, Fuzzy+GA)</a:t>
          </a:r>
          <a:endParaRPr lang="bg-BG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7.2 </a:t>
          </a:r>
          <a:r>
            <a:rPr lang="bg-BG" sz="2300" b="0" i="0" kern="1200"/>
            <a:t>Съвременни синергизми (</a:t>
          </a:r>
          <a:r>
            <a:rPr lang="en-US" sz="2300" b="0" i="0" kern="1200"/>
            <a:t>Neuroevolution, GA </a:t>
          </a:r>
          <a:r>
            <a:rPr lang="bg-BG" sz="2300" b="0" i="0" kern="1200"/>
            <a:t>за търсене на архитектури)</a:t>
          </a:r>
          <a:endParaRPr lang="bg-BG" sz="2300" kern="1200"/>
        </a:p>
      </dsp:txBody>
      <dsp:txXfrm>
        <a:off x="0" y="3145300"/>
        <a:ext cx="10515600" cy="7917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5F1C9-F4A0-41CD-8443-B91C0C570F64}">
      <dsp:nvSpPr>
        <dsp:cNvPr id="0" name=""/>
        <dsp:cNvSpPr/>
      </dsp:nvSpPr>
      <dsp:spPr>
        <a:xfrm>
          <a:off x="0" y="69617"/>
          <a:ext cx="105156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900" b="1" i="0" kern="1200"/>
            <a:t>Раздел 8: Разпределени и мащабируеми системи</a:t>
          </a:r>
          <a:endParaRPr lang="bg-BG" sz="1900" kern="1200"/>
        </a:p>
      </dsp:txBody>
      <dsp:txXfrm>
        <a:off x="22246" y="91863"/>
        <a:ext cx="10471108" cy="411223"/>
      </dsp:txXfrm>
    </dsp:sp>
    <dsp:sp modelId="{F0AB9080-8860-4087-A585-777EAE90080E}">
      <dsp:nvSpPr>
        <dsp:cNvPr id="0" name=""/>
        <dsp:cNvSpPr/>
      </dsp:nvSpPr>
      <dsp:spPr>
        <a:xfrm>
          <a:off x="0" y="525332"/>
          <a:ext cx="10515600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bg-BG" sz="1500" b="0" i="0" kern="1200"/>
            <a:t>8.1 Разпределени невронни мрежи (</a:t>
          </a:r>
          <a:r>
            <a:rPr lang="en-US" sz="1500" b="0" i="0" kern="1200"/>
            <a:t>Distributed Neural Networks)</a:t>
          </a:r>
          <a:endParaRPr lang="bg-BG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/>
            <a:t>8.2 </a:t>
          </a:r>
          <a:r>
            <a:rPr lang="bg-BG" sz="1500" b="0" i="0" kern="1200"/>
            <a:t>Паралелизация на обучението (</a:t>
          </a:r>
          <a:r>
            <a:rPr lang="en-US" sz="1500" b="0" i="0" kern="1200"/>
            <a:t>data parallelism, model parallelism)</a:t>
          </a:r>
          <a:endParaRPr lang="bg-BG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/>
            <a:t>8.3 Federated Learning </a:t>
          </a:r>
          <a:r>
            <a:rPr lang="bg-BG" sz="1500" b="0" i="0" kern="1200"/>
            <a:t>и децентрализирано обучение</a:t>
          </a:r>
          <a:endParaRPr lang="bg-BG" sz="1500" kern="1200"/>
        </a:p>
      </dsp:txBody>
      <dsp:txXfrm>
        <a:off x="0" y="525332"/>
        <a:ext cx="10515600" cy="786599"/>
      </dsp:txXfrm>
    </dsp:sp>
    <dsp:sp modelId="{DEE43A4B-B376-46B3-AB4A-41DDB8B4AE84}">
      <dsp:nvSpPr>
        <dsp:cNvPr id="0" name=""/>
        <dsp:cNvSpPr/>
      </dsp:nvSpPr>
      <dsp:spPr>
        <a:xfrm>
          <a:off x="0" y="1311932"/>
          <a:ext cx="105156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900" b="1" i="0" kern="1200"/>
            <a:t>Раздел 9: Модерни техники и приложения</a:t>
          </a:r>
          <a:endParaRPr lang="bg-BG" sz="1900" kern="1200"/>
        </a:p>
      </dsp:txBody>
      <dsp:txXfrm>
        <a:off x="22246" y="1334178"/>
        <a:ext cx="10471108" cy="411223"/>
      </dsp:txXfrm>
    </dsp:sp>
    <dsp:sp modelId="{BFB8EC03-9747-4119-88E2-2B36F7C7295A}">
      <dsp:nvSpPr>
        <dsp:cNvPr id="0" name=""/>
        <dsp:cNvSpPr/>
      </dsp:nvSpPr>
      <dsp:spPr>
        <a:xfrm>
          <a:off x="0" y="1767647"/>
          <a:ext cx="10515600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bg-BG" sz="1500" b="0" i="0" kern="1200"/>
            <a:t>9.1 </a:t>
          </a:r>
          <a:r>
            <a:rPr lang="en-US" sz="1500" b="0" i="0" kern="1200"/>
            <a:t>Transfer Learning </a:t>
          </a:r>
          <a:r>
            <a:rPr lang="bg-BG" sz="1500" b="0" i="0" kern="1200"/>
            <a:t>и </a:t>
          </a:r>
          <a:r>
            <a:rPr lang="en-US" sz="1500" b="0" i="0" kern="1200"/>
            <a:t>Fine-tuning</a:t>
          </a:r>
          <a:endParaRPr lang="bg-BG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/>
            <a:t>9.2 </a:t>
          </a:r>
          <a:r>
            <a:rPr lang="bg-BG" sz="1500" b="0" i="0" kern="1200"/>
            <a:t>Генеративни модели (</a:t>
          </a:r>
          <a:r>
            <a:rPr lang="en-US" sz="1500" b="0" i="0" kern="1200"/>
            <a:t>GANs, VAEs, Diffusion models)</a:t>
          </a:r>
          <a:endParaRPr lang="bg-BG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/>
            <a:t>9.3 Autoencoders </a:t>
          </a:r>
          <a:r>
            <a:rPr lang="bg-BG" sz="1500" b="0" i="0" kern="1200"/>
            <a:t>и </a:t>
          </a:r>
          <a:r>
            <a:rPr lang="en-US" sz="1500" b="0" i="0" kern="1200"/>
            <a:t>Representation Learning</a:t>
          </a:r>
          <a:endParaRPr lang="bg-BG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/>
            <a:t>9.4 t-SNE </a:t>
          </a:r>
          <a:r>
            <a:rPr lang="bg-BG" sz="1500" b="0" i="0" kern="1200"/>
            <a:t>и визуализация на високоразмерни данни</a:t>
          </a:r>
          <a:endParaRPr lang="bg-BG" sz="1500" kern="1200"/>
        </a:p>
      </dsp:txBody>
      <dsp:txXfrm>
        <a:off x="0" y="1767647"/>
        <a:ext cx="10515600" cy="1042245"/>
      </dsp:txXfrm>
    </dsp:sp>
    <dsp:sp modelId="{39DBDC31-250C-4C2B-A9DD-EA14BFD359B9}">
      <dsp:nvSpPr>
        <dsp:cNvPr id="0" name=""/>
        <dsp:cNvSpPr/>
      </dsp:nvSpPr>
      <dsp:spPr>
        <a:xfrm>
          <a:off x="0" y="2809892"/>
          <a:ext cx="105156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i="0" kern="1200"/>
            <a:t>Раздел 10: Казуси и практически примери</a:t>
          </a:r>
          <a:endParaRPr lang="bg-BG" sz="1900" kern="1200"/>
        </a:p>
      </dsp:txBody>
      <dsp:txXfrm>
        <a:off x="22246" y="2832138"/>
        <a:ext cx="10471108" cy="411223"/>
      </dsp:txXfrm>
    </dsp:sp>
    <dsp:sp modelId="{9CB40CD9-44A6-46E6-8B0F-418335DD9E3A}">
      <dsp:nvSpPr>
        <dsp:cNvPr id="0" name=""/>
        <dsp:cNvSpPr/>
      </dsp:nvSpPr>
      <dsp:spPr>
        <a:xfrm>
          <a:off x="0" y="3265607"/>
          <a:ext cx="10515600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500" b="0" i="0" kern="1200"/>
            <a:t>10.1 Компютърно зрение с CNN</a:t>
          </a:r>
          <a:endParaRPr lang="bg-BG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500" b="0" i="0" kern="1200"/>
            <a:t>10.2 Обработка на естествен език с трансформъри</a:t>
          </a:r>
          <a:endParaRPr lang="bg-BG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500" b="0" i="0" kern="1200"/>
            <a:t>10.3 Автономни агенти и среди</a:t>
          </a:r>
          <a:endParaRPr lang="bg-BG" sz="1500" kern="1200"/>
        </a:p>
      </dsp:txBody>
      <dsp:txXfrm>
        <a:off x="0" y="3265607"/>
        <a:ext cx="10515600" cy="7865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5245C-1094-4E5C-8CB8-C81D334C4675}">
      <dsp:nvSpPr>
        <dsp:cNvPr id="0" name=""/>
        <dsp:cNvSpPr/>
      </dsp:nvSpPr>
      <dsp:spPr>
        <a:xfrm>
          <a:off x="0" y="273518"/>
          <a:ext cx="2626332" cy="2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33020" rIns="92456" bIns="3302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b="1" kern="1200" dirty="0"/>
            <a:t>Разработка на НМ за:</a:t>
          </a:r>
        </a:p>
      </dsp:txBody>
      <dsp:txXfrm>
        <a:off x="0" y="273518"/>
        <a:ext cx="2626332" cy="257400"/>
      </dsp:txXfrm>
    </dsp:sp>
    <dsp:sp modelId="{BA35D6D6-FF26-473C-BAE8-B64274CB8D62}">
      <dsp:nvSpPr>
        <dsp:cNvPr id="0" name=""/>
        <dsp:cNvSpPr/>
      </dsp:nvSpPr>
      <dsp:spPr>
        <a:xfrm>
          <a:off x="2626332" y="48293"/>
          <a:ext cx="525266" cy="70785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9D29C9-15E2-4C36-948A-AE49C7E87271}">
      <dsp:nvSpPr>
        <dsp:cNvPr id="0" name=""/>
        <dsp:cNvSpPr/>
      </dsp:nvSpPr>
      <dsp:spPr>
        <a:xfrm>
          <a:off x="3361705" y="48293"/>
          <a:ext cx="7143624" cy="70785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прогнозиране на стойности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класификация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 err="1"/>
            <a:t>клъстеризация</a:t>
          </a:r>
          <a:endParaRPr lang="bg-BG" sz="1300" kern="1200" dirty="0"/>
        </a:p>
      </dsp:txBody>
      <dsp:txXfrm>
        <a:off x="3361705" y="48293"/>
        <a:ext cx="7143624" cy="707850"/>
      </dsp:txXfrm>
    </dsp:sp>
    <dsp:sp modelId="{5791AD38-897A-44F0-8AA2-2AA2CA0E3CCD}">
      <dsp:nvSpPr>
        <dsp:cNvPr id="0" name=""/>
        <dsp:cNvSpPr/>
      </dsp:nvSpPr>
      <dsp:spPr>
        <a:xfrm>
          <a:off x="0" y="1124693"/>
          <a:ext cx="2626332" cy="2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33020" rIns="92456" bIns="3302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b="1" kern="1200" dirty="0"/>
            <a:t>Данните</a:t>
          </a:r>
          <a:endParaRPr lang="bg-BG" sz="1300" kern="1200" dirty="0"/>
        </a:p>
      </dsp:txBody>
      <dsp:txXfrm>
        <a:off x="0" y="1124693"/>
        <a:ext cx="2626332" cy="257400"/>
      </dsp:txXfrm>
    </dsp:sp>
    <dsp:sp modelId="{A3CF1A1F-A6A3-402F-B375-E15665B6AA0C}">
      <dsp:nvSpPr>
        <dsp:cNvPr id="0" name=""/>
        <dsp:cNvSpPr/>
      </dsp:nvSpPr>
      <dsp:spPr>
        <a:xfrm>
          <a:off x="2626332" y="802943"/>
          <a:ext cx="525266" cy="9009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8FEC33-0FE9-47A0-AA0E-252AC02B02CB}">
      <dsp:nvSpPr>
        <dsp:cNvPr id="0" name=""/>
        <dsp:cNvSpPr/>
      </dsp:nvSpPr>
      <dsp:spPr>
        <a:xfrm>
          <a:off x="3361705" y="802943"/>
          <a:ext cx="7143624" cy="9009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могат да бъдат както еднакви, така и различни,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могат да бъдат реални или изкуствени,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може да ползвате за база и научни </a:t>
          </a:r>
          <a:r>
            <a:rPr lang="bg-BG" sz="1300" kern="1200" dirty="0" err="1"/>
            <a:t>публикации,в</a:t>
          </a:r>
          <a:r>
            <a:rPr lang="bg-BG" sz="1300" kern="1200" dirty="0"/>
            <a:t> които има линк към данните и да опитате да възпроизведете резултата или да го подобрите.</a:t>
          </a:r>
        </a:p>
      </dsp:txBody>
      <dsp:txXfrm>
        <a:off x="3361705" y="802943"/>
        <a:ext cx="7143624" cy="900900"/>
      </dsp:txXfrm>
    </dsp:sp>
    <dsp:sp modelId="{B12D8C5A-17BC-403E-8952-1BC4733125AE}">
      <dsp:nvSpPr>
        <dsp:cNvPr id="0" name=""/>
        <dsp:cNvSpPr/>
      </dsp:nvSpPr>
      <dsp:spPr>
        <a:xfrm>
          <a:off x="0" y="3037643"/>
          <a:ext cx="2626332" cy="2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33020" rIns="92456" bIns="3302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b="1" kern="1200" dirty="0"/>
            <a:t>Презентация</a:t>
          </a:r>
        </a:p>
      </dsp:txBody>
      <dsp:txXfrm>
        <a:off x="0" y="3037643"/>
        <a:ext cx="2626332" cy="257400"/>
      </dsp:txXfrm>
    </dsp:sp>
    <dsp:sp modelId="{FBCA80FE-55DC-476E-8076-8B850463C803}">
      <dsp:nvSpPr>
        <dsp:cNvPr id="0" name=""/>
        <dsp:cNvSpPr/>
      </dsp:nvSpPr>
      <dsp:spPr>
        <a:xfrm>
          <a:off x="2626332" y="1750643"/>
          <a:ext cx="525266" cy="2831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5FE35-84C2-4B1B-98DF-BFD243874055}">
      <dsp:nvSpPr>
        <dsp:cNvPr id="0" name=""/>
        <dsp:cNvSpPr/>
      </dsp:nvSpPr>
      <dsp:spPr>
        <a:xfrm>
          <a:off x="3361705" y="1750643"/>
          <a:ext cx="7143624" cy="283140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Описвате каква е задачата, т.е. каква целта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Данните: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Как изглеждат данните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b="1" kern="1200" dirty="0"/>
            <a:t>ЛИНК към самите данни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Какви трансформации и предварителни анализи сте направили върху данните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До какви изводи сте стигнали за данните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Как решавате задачата: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С каква НМ, архитектура, параметри и хиперпараметри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Какви резултати сте получили и какво означават те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Технологично описание: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Каква среда за разработка е използвана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Какъв стек от модули (библиотеки) е използван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Върху какъв хардуер е работено</a:t>
          </a:r>
        </a:p>
      </dsp:txBody>
      <dsp:txXfrm>
        <a:off x="3361705" y="1750643"/>
        <a:ext cx="7143624" cy="2831400"/>
      </dsp:txXfrm>
    </dsp:sp>
    <dsp:sp modelId="{B3A69181-7C77-4C97-BD05-78EA9E8166A1}">
      <dsp:nvSpPr>
        <dsp:cNvPr id="0" name=""/>
        <dsp:cNvSpPr/>
      </dsp:nvSpPr>
      <dsp:spPr>
        <a:xfrm>
          <a:off x="0" y="4749499"/>
          <a:ext cx="2628900" cy="2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33020" rIns="92456" bIns="3302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kern="1200" dirty="0"/>
            <a:t>Качвате в </a:t>
          </a:r>
          <a:r>
            <a:rPr lang="bg-BG" sz="1300" kern="1200" dirty="0" err="1"/>
            <a:t>мудъл</a:t>
          </a:r>
          <a:endParaRPr lang="bg-BG" sz="1300" kern="1200" dirty="0"/>
        </a:p>
      </dsp:txBody>
      <dsp:txXfrm>
        <a:off x="0" y="4749499"/>
        <a:ext cx="2628900" cy="257400"/>
      </dsp:txXfrm>
    </dsp:sp>
    <dsp:sp modelId="{98288319-4948-4E5F-9DBB-DF2378A3FA94}">
      <dsp:nvSpPr>
        <dsp:cNvPr id="0" name=""/>
        <dsp:cNvSpPr/>
      </dsp:nvSpPr>
      <dsp:spPr>
        <a:xfrm>
          <a:off x="2628899" y="4628843"/>
          <a:ext cx="525780" cy="498712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E53ED2-BB7A-4CE5-8F8A-32DDD60982FD}">
      <dsp:nvSpPr>
        <dsp:cNvPr id="0" name=""/>
        <dsp:cNvSpPr/>
      </dsp:nvSpPr>
      <dsp:spPr>
        <a:xfrm>
          <a:off x="3364991" y="4628843"/>
          <a:ext cx="7150608" cy="49871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Презентацията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Сорс кода</a:t>
          </a:r>
        </a:p>
      </dsp:txBody>
      <dsp:txXfrm>
        <a:off x="3364991" y="4628843"/>
        <a:ext cx="7150608" cy="4987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5245C-1094-4E5C-8CB8-C81D334C4675}">
      <dsp:nvSpPr>
        <dsp:cNvPr id="0" name=""/>
        <dsp:cNvSpPr/>
      </dsp:nvSpPr>
      <dsp:spPr>
        <a:xfrm>
          <a:off x="0" y="257430"/>
          <a:ext cx="2626332" cy="2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33020" rIns="92456" bIns="3302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b="1" kern="1200" dirty="0"/>
            <a:t>Разработка на НМ за:</a:t>
          </a:r>
        </a:p>
      </dsp:txBody>
      <dsp:txXfrm>
        <a:off x="0" y="257430"/>
        <a:ext cx="2626332" cy="257400"/>
      </dsp:txXfrm>
    </dsp:sp>
    <dsp:sp modelId="{BA35D6D6-FF26-473C-BAE8-B64274CB8D62}">
      <dsp:nvSpPr>
        <dsp:cNvPr id="0" name=""/>
        <dsp:cNvSpPr/>
      </dsp:nvSpPr>
      <dsp:spPr>
        <a:xfrm>
          <a:off x="2626332" y="136774"/>
          <a:ext cx="525266" cy="498712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9D29C9-15E2-4C36-948A-AE49C7E87271}">
      <dsp:nvSpPr>
        <dsp:cNvPr id="0" name=""/>
        <dsp:cNvSpPr/>
      </dsp:nvSpPr>
      <dsp:spPr>
        <a:xfrm>
          <a:off x="3361705" y="136774"/>
          <a:ext cx="7143624" cy="49871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Прогнозиране на стойности или класификация или </a:t>
          </a:r>
          <a:r>
            <a:rPr lang="bg-BG" sz="1300" kern="1200" dirty="0" err="1"/>
            <a:t>клъстеризация</a:t>
          </a:r>
          <a:endParaRPr lang="bg-BG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Синергизъм с генетичен алгоритъм или друг разглеждан такъв в лекциите</a:t>
          </a:r>
        </a:p>
      </dsp:txBody>
      <dsp:txXfrm>
        <a:off x="3361705" y="136774"/>
        <a:ext cx="7143624" cy="498712"/>
      </dsp:txXfrm>
    </dsp:sp>
    <dsp:sp modelId="{5791AD38-897A-44F0-8AA2-2AA2CA0E3CCD}">
      <dsp:nvSpPr>
        <dsp:cNvPr id="0" name=""/>
        <dsp:cNvSpPr/>
      </dsp:nvSpPr>
      <dsp:spPr>
        <a:xfrm>
          <a:off x="0" y="891424"/>
          <a:ext cx="2626332" cy="2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33020" rIns="92456" bIns="3302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b="1" kern="1200" dirty="0"/>
            <a:t>Данните</a:t>
          </a:r>
          <a:endParaRPr lang="bg-BG" sz="1300" kern="1200" dirty="0"/>
        </a:p>
      </dsp:txBody>
      <dsp:txXfrm>
        <a:off x="0" y="891424"/>
        <a:ext cx="2626332" cy="257400"/>
      </dsp:txXfrm>
    </dsp:sp>
    <dsp:sp modelId="{A3CF1A1F-A6A3-402F-B375-E15665B6AA0C}">
      <dsp:nvSpPr>
        <dsp:cNvPr id="0" name=""/>
        <dsp:cNvSpPr/>
      </dsp:nvSpPr>
      <dsp:spPr>
        <a:xfrm>
          <a:off x="2626332" y="682286"/>
          <a:ext cx="525266" cy="67567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8FEC33-0FE9-47A0-AA0E-252AC02B02CB}">
      <dsp:nvSpPr>
        <dsp:cNvPr id="0" name=""/>
        <dsp:cNvSpPr/>
      </dsp:nvSpPr>
      <dsp:spPr>
        <a:xfrm>
          <a:off x="3361705" y="682286"/>
          <a:ext cx="7143624" cy="6756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могат да бъдат реални или изкуствени,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може да ползвате за база и научни </a:t>
          </a:r>
          <a:r>
            <a:rPr lang="bg-BG" sz="1300" kern="1200" dirty="0" err="1"/>
            <a:t>публикации,в</a:t>
          </a:r>
          <a:r>
            <a:rPr lang="bg-BG" sz="1300" kern="1200" dirty="0"/>
            <a:t> които има линк към данните и да опитате да възпроизведете резултата или да го подобрите.</a:t>
          </a:r>
        </a:p>
      </dsp:txBody>
      <dsp:txXfrm>
        <a:off x="3361705" y="682286"/>
        <a:ext cx="7143624" cy="675675"/>
      </dsp:txXfrm>
    </dsp:sp>
    <dsp:sp modelId="{B12D8C5A-17BC-403E-8952-1BC4733125AE}">
      <dsp:nvSpPr>
        <dsp:cNvPr id="0" name=""/>
        <dsp:cNvSpPr/>
      </dsp:nvSpPr>
      <dsp:spPr>
        <a:xfrm>
          <a:off x="0" y="2820462"/>
          <a:ext cx="2626332" cy="2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33020" rIns="92456" bIns="3302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b="1" kern="1200" dirty="0"/>
            <a:t>Презентация</a:t>
          </a:r>
        </a:p>
      </dsp:txBody>
      <dsp:txXfrm>
        <a:off x="0" y="2820462"/>
        <a:ext cx="2626332" cy="257400"/>
      </dsp:txXfrm>
    </dsp:sp>
    <dsp:sp modelId="{FBCA80FE-55DC-476E-8076-8B850463C803}">
      <dsp:nvSpPr>
        <dsp:cNvPr id="0" name=""/>
        <dsp:cNvSpPr/>
      </dsp:nvSpPr>
      <dsp:spPr>
        <a:xfrm>
          <a:off x="2626332" y="1404762"/>
          <a:ext cx="525266" cy="30888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5FE35-84C2-4B1B-98DF-BFD243874055}">
      <dsp:nvSpPr>
        <dsp:cNvPr id="0" name=""/>
        <dsp:cNvSpPr/>
      </dsp:nvSpPr>
      <dsp:spPr>
        <a:xfrm>
          <a:off x="3361705" y="1404762"/>
          <a:ext cx="7143624" cy="308880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Описвате каква е задачата, т.е. каква целта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Данните: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Как изглеждат данните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b="1" kern="1200" dirty="0"/>
            <a:t>ЛИНК към самите данни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Какви трансформации и предварителни анализи сте направили върху данните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До какви изводи сте стигнали за данните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Как решавате задачата: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С каква НМ, архитектура, параметри и хиперпараметри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Какъв синергизъм е използван, за какво и как (настройки, условия…)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Какви резултати сте получили и какво означават те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Технологично описание: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Каква среда за разработка е използвана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/>
            <a:t>Какъв стек от модули (библиотеки) е използван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Върху какъв хардуер е работено</a:t>
          </a:r>
        </a:p>
      </dsp:txBody>
      <dsp:txXfrm>
        <a:off x="3361705" y="1404762"/>
        <a:ext cx="7143624" cy="3088800"/>
      </dsp:txXfrm>
    </dsp:sp>
    <dsp:sp modelId="{B3A69181-7C77-4C97-BD05-78EA9E8166A1}">
      <dsp:nvSpPr>
        <dsp:cNvPr id="0" name=""/>
        <dsp:cNvSpPr/>
      </dsp:nvSpPr>
      <dsp:spPr>
        <a:xfrm>
          <a:off x="0" y="4661018"/>
          <a:ext cx="2628900" cy="2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33020" rIns="92456" bIns="3302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kern="1200" dirty="0"/>
            <a:t>Качвате в </a:t>
          </a:r>
          <a:r>
            <a:rPr lang="bg-BG" sz="1300" kern="1200" dirty="0" err="1"/>
            <a:t>мудъл</a:t>
          </a:r>
          <a:endParaRPr lang="bg-BG" sz="1300" kern="1200" dirty="0"/>
        </a:p>
      </dsp:txBody>
      <dsp:txXfrm>
        <a:off x="0" y="4661018"/>
        <a:ext cx="2628900" cy="257400"/>
      </dsp:txXfrm>
    </dsp:sp>
    <dsp:sp modelId="{98288319-4948-4E5F-9DBB-DF2378A3FA94}">
      <dsp:nvSpPr>
        <dsp:cNvPr id="0" name=""/>
        <dsp:cNvSpPr/>
      </dsp:nvSpPr>
      <dsp:spPr>
        <a:xfrm>
          <a:off x="2628899" y="4540362"/>
          <a:ext cx="525780" cy="498712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E53ED2-BB7A-4CE5-8F8A-32DDD60982FD}">
      <dsp:nvSpPr>
        <dsp:cNvPr id="0" name=""/>
        <dsp:cNvSpPr/>
      </dsp:nvSpPr>
      <dsp:spPr>
        <a:xfrm>
          <a:off x="3364991" y="4540362"/>
          <a:ext cx="7150608" cy="49871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Презентацията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300" kern="1200" dirty="0"/>
            <a:t>Сорс кода</a:t>
          </a:r>
        </a:p>
      </dsp:txBody>
      <dsp:txXfrm>
        <a:off x="3364991" y="4540362"/>
        <a:ext cx="7150608" cy="4987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5245C-1094-4E5C-8CB8-C81D334C4675}">
      <dsp:nvSpPr>
        <dsp:cNvPr id="0" name=""/>
        <dsp:cNvSpPr/>
      </dsp:nvSpPr>
      <dsp:spPr>
        <a:xfrm>
          <a:off x="5134" y="753274"/>
          <a:ext cx="2626332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800" b="1" kern="1200" dirty="0"/>
            <a:t>Избор на тема:</a:t>
          </a:r>
        </a:p>
      </dsp:txBody>
      <dsp:txXfrm>
        <a:off x="5134" y="753274"/>
        <a:ext cx="2626332" cy="356400"/>
      </dsp:txXfrm>
    </dsp:sp>
    <dsp:sp modelId="{BA35D6D6-FF26-473C-BAE8-B64274CB8D62}">
      <dsp:nvSpPr>
        <dsp:cNvPr id="0" name=""/>
        <dsp:cNvSpPr/>
      </dsp:nvSpPr>
      <dsp:spPr>
        <a:xfrm>
          <a:off x="2631467" y="62749"/>
          <a:ext cx="525266" cy="173745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9D29C9-15E2-4C36-948A-AE49C7E87271}">
      <dsp:nvSpPr>
        <dsp:cNvPr id="0" name=""/>
        <dsp:cNvSpPr/>
      </dsp:nvSpPr>
      <dsp:spPr>
        <a:xfrm>
          <a:off x="3366840" y="62749"/>
          <a:ext cx="7143624" cy="173745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800" kern="1200" dirty="0"/>
            <a:t>Темата може да бъде чисто теоретична, в областта, такава която не сме разглеждали или е била слабо засегната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800" kern="1200" dirty="0"/>
            <a:t>Може да ползвате за база научни публикации, в които се разглеждат някакви нови техники за ИИ и да ги представите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800" kern="1200" dirty="0"/>
            <a:t>Може да разработите и представите собствена идея, която комбинира различни области на науката в контекста на ИИ</a:t>
          </a:r>
        </a:p>
      </dsp:txBody>
      <dsp:txXfrm>
        <a:off x="3366840" y="62749"/>
        <a:ext cx="7143624" cy="1737450"/>
      </dsp:txXfrm>
    </dsp:sp>
    <dsp:sp modelId="{B12D8C5A-17BC-403E-8952-1BC4733125AE}">
      <dsp:nvSpPr>
        <dsp:cNvPr id="0" name=""/>
        <dsp:cNvSpPr/>
      </dsp:nvSpPr>
      <dsp:spPr>
        <a:xfrm>
          <a:off x="5134" y="2577799"/>
          <a:ext cx="2626332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800" b="1" kern="1200" dirty="0"/>
            <a:t>Документ</a:t>
          </a:r>
        </a:p>
      </dsp:txBody>
      <dsp:txXfrm>
        <a:off x="5134" y="2577799"/>
        <a:ext cx="2626332" cy="356400"/>
      </dsp:txXfrm>
    </dsp:sp>
    <dsp:sp modelId="{FBCA80FE-55DC-476E-8076-8B850463C803}">
      <dsp:nvSpPr>
        <dsp:cNvPr id="0" name=""/>
        <dsp:cNvSpPr/>
      </dsp:nvSpPr>
      <dsp:spPr>
        <a:xfrm>
          <a:off x="2631467" y="1864999"/>
          <a:ext cx="525266" cy="17820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E86E6-F3F3-4B4D-BE80-E2E92299D2C6}">
      <dsp:nvSpPr>
        <dsp:cNvPr id="0" name=""/>
        <dsp:cNvSpPr/>
      </dsp:nvSpPr>
      <dsp:spPr>
        <a:xfrm>
          <a:off x="3366840" y="1864999"/>
          <a:ext cx="7143624" cy="17820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800" kern="1200" dirty="0"/>
            <a:t>Оформяте документ, съответстващ по структура на избраната тема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800" kern="1200" dirty="0"/>
            <a:t>Няма ограничение в броя на страниците, но не по-малко от 10 страници по БДС (60 символа на ред, 30 реда на страница)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800" kern="1200" dirty="0"/>
            <a:t>Задължително цитирате използваната литература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800" kern="1200" dirty="0"/>
            <a:t>Ако сте използвали ИИ като помощник: споделяте линковете с чатовете или линка към проекта с чатовете</a:t>
          </a:r>
        </a:p>
      </dsp:txBody>
      <dsp:txXfrm>
        <a:off x="3366840" y="1864999"/>
        <a:ext cx="7143624" cy="1782000"/>
      </dsp:txXfrm>
    </dsp:sp>
    <dsp:sp modelId="{90EBC088-8319-4A50-9056-6522CD517F0F}">
      <dsp:nvSpPr>
        <dsp:cNvPr id="0" name=""/>
        <dsp:cNvSpPr/>
      </dsp:nvSpPr>
      <dsp:spPr>
        <a:xfrm>
          <a:off x="5134" y="3856587"/>
          <a:ext cx="2626332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800" kern="1200" dirty="0"/>
            <a:t>Презентация</a:t>
          </a:r>
        </a:p>
      </dsp:txBody>
      <dsp:txXfrm>
        <a:off x="5134" y="3856587"/>
        <a:ext cx="2626332" cy="356400"/>
      </dsp:txXfrm>
    </dsp:sp>
    <dsp:sp modelId="{E4AAEDD4-D055-4B84-810F-969B8D2FB995}">
      <dsp:nvSpPr>
        <dsp:cNvPr id="0" name=""/>
        <dsp:cNvSpPr/>
      </dsp:nvSpPr>
      <dsp:spPr>
        <a:xfrm>
          <a:off x="2631467" y="3711799"/>
          <a:ext cx="525266" cy="64597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8E5A8F-F360-4C7C-BC37-963BD20D721B}">
      <dsp:nvSpPr>
        <dsp:cNvPr id="0" name=""/>
        <dsp:cNvSpPr/>
      </dsp:nvSpPr>
      <dsp:spPr>
        <a:xfrm>
          <a:off x="3366840" y="3711799"/>
          <a:ext cx="7143624" cy="64597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800" kern="1200" dirty="0"/>
            <a:t>Трябва да следва структурата на документа и да ви помага да представите темата, която разглеждате</a:t>
          </a:r>
        </a:p>
      </dsp:txBody>
      <dsp:txXfrm>
        <a:off x="3366840" y="3711799"/>
        <a:ext cx="7143624" cy="645975"/>
      </dsp:txXfrm>
    </dsp:sp>
    <dsp:sp modelId="{75EE1E02-A028-410B-9095-F0093559A97E}">
      <dsp:nvSpPr>
        <dsp:cNvPr id="0" name=""/>
        <dsp:cNvSpPr/>
      </dsp:nvSpPr>
      <dsp:spPr>
        <a:xfrm>
          <a:off x="5134" y="4589637"/>
          <a:ext cx="2626332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800" kern="1200" dirty="0"/>
            <a:t>Качвате </a:t>
          </a:r>
          <a:r>
            <a:rPr lang="bg-BG" sz="1800" kern="1200" dirty="0" err="1"/>
            <a:t>мудъл</a:t>
          </a:r>
          <a:endParaRPr lang="bg-BG" sz="1800" kern="1200" dirty="0"/>
        </a:p>
      </dsp:txBody>
      <dsp:txXfrm>
        <a:off x="5134" y="4589637"/>
        <a:ext cx="2626332" cy="356400"/>
      </dsp:txXfrm>
    </dsp:sp>
    <dsp:sp modelId="{EB34A639-B84C-43CC-A52C-59875A9619F1}">
      <dsp:nvSpPr>
        <dsp:cNvPr id="0" name=""/>
        <dsp:cNvSpPr/>
      </dsp:nvSpPr>
      <dsp:spPr>
        <a:xfrm>
          <a:off x="2631467" y="4422574"/>
          <a:ext cx="525266" cy="69052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5FCCF5-6774-4D82-8A8B-9300B8608958}">
      <dsp:nvSpPr>
        <dsp:cNvPr id="0" name=""/>
        <dsp:cNvSpPr/>
      </dsp:nvSpPr>
      <dsp:spPr>
        <a:xfrm>
          <a:off x="3366840" y="4422574"/>
          <a:ext cx="7143624" cy="69052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800" kern="1200" dirty="0"/>
            <a:t>Документа (желателно </a:t>
          </a:r>
          <a:r>
            <a:rPr lang="en-US" sz="1800" kern="1200" dirty="0"/>
            <a:t>pdf</a:t>
          </a:r>
          <a:r>
            <a:rPr lang="bg-BG" sz="1800" kern="1200" dirty="0"/>
            <a:t>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1800" kern="1200" dirty="0"/>
            <a:t>Презентацията (желателно </a:t>
          </a:r>
          <a:r>
            <a:rPr lang="en-US" sz="1800" kern="1200" dirty="0"/>
            <a:t>pptx, </a:t>
          </a:r>
          <a:r>
            <a:rPr lang="en-US" sz="1800" kern="1200" dirty="0" err="1"/>
            <a:t>odt</a:t>
          </a:r>
          <a:r>
            <a:rPr lang="en-US" sz="1800" kern="1200" dirty="0"/>
            <a:t>, pages </a:t>
          </a:r>
          <a:r>
            <a:rPr lang="bg-BG" sz="1800" kern="1200" dirty="0"/>
            <a:t>или </a:t>
          </a:r>
          <a:r>
            <a:rPr lang="en-US" sz="1800" kern="1200" dirty="0"/>
            <a:t>pdf)</a:t>
          </a:r>
          <a:endParaRPr lang="bg-BG" sz="1800" kern="1200" dirty="0"/>
        </a:p>
      </dsp:txBody>
      <dsp:txXfrm>
        <a:off x="3366840" y="4422574"/>
        <a:ext cx="7143624" cy="6905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ен слайд, вариан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5" y="4022725"/>
            <a:ext cx="6391275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80000" y="396000"/>
            <a:ext cx="10212000" cy="377825"/>
          </a:xfrm>
          <a:prstGeom prst="rect">
            <a:avLst/>
          </a:prstGeom>
          <a:solidFill>
            <a:srgbClr val="7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370638"/>
            <a:ext cx="9917113" cy="34607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3000">
                <a:srgbClr val="7A00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11930" y="2067200"/>
            <a:ext cx="9198320" cy="1324800"/>
          </a:xfrm>
        </p:spPr>
        <p:txBody>
          <a:bodyPr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4800" b="1" cap="all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altLang="en-US" dirty="0"/>
              <a:t>Въведете заглавие на презентацията</a:t>
            </a:r>
            <a:endParaRPr lang="en-US" alt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000" y="0"/>
            <a:ext cx="1188000" cy="1916129"/>
          </a:xfrm>
          <a:prstGeom prst="rect">
            <a:avLst/>
          </a:prstGeom>
        </p:spPr>
      </p:pic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02730" y="3448038"/>
            <a:ext cx="9206742" cy="1109662"/>
          </a:xfr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 dirty="0"/>
              <a:t>Въведете подзаглавие на презентацията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8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, вариан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0001" y="396000"/>
            <a:ext cx="10212000" cy="377825"/>
          </a:xfrm>
          <a:prstGeom prst="rect">
            <a:avLst/>
          </a:prstGeom>
          <a:solidFill>
            <a:srgbClr val="7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67664" y="2068038"/>
            <a:ext cx="9106373" cy="1701800"/>
          </a:xfrm>
        </p:spPr>
        <p:txBody>
          <a:bodyPr/>
          <a:lstStyle>
            <a:lvl1pPr algn="ctr">
              <a:defRPr sz="4800" b="1" cap="all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 на презентацията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67664" y="3861913"/>
            <a:ext cx="9105578" cy="1109662"/>
          </a:xfr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 dirty="0"/>
              <a:t>Въведете подзаглавие на презентацията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000" y="0"/>
            <a:ext cx="1188000" cy="191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5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ен слайд, вариан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1502875" y="2073988"/>
            <a:ext cx="9165125" cy="1701800"/>
          </a:xfrm>
        </p:spPr>
        <p:txBody>
          <a:bodyPr/>
          <a:lstStyle>
            <a:lvl1pPr algn="ctr">
              <a:defRPr sz="4800" b="1" cap="all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 на презентацията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02875" y="3867863"/>
            <a:ext cx="9165125" cy="1109662"/>
          </a:xfr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 dirty="0"/>
              <a:t>Въведете подзаглавие на презентацията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7036627" y="1343474"/>
            <a:ext cx="5153025" cy="378308"/>
          </a:xfrm>
        </p:spPr>
        <p:txBody>
          <a:bodyPr/>
          <a:lstStyle>
            <a:lvl1pPr marL="0" indent="0" algn="ctr">
              <a:buNone/>
              <a:defRPr sz="1800">
                <a:solidFill>
                  <a:srgbClr val="7A005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bg-BG" dirty="0"/>
              <a:t>Въведи факултет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0" y="468000"/>
            <a:ext cx="1864714" cy="1080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475448" y="1071495"/>
            <a:ext cx="9716552" cy="252000"/>
          </a:xfrm>
          <a:prstGeom prst="rect">
            <a:avLst/>
          </a:prstGeom>
          <a:solidFill>
            <a:srgbClr val="7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914" y="1072800"/>
            <a:ext cx="635932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8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ен слайд, вариант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378663"/>
            <a:ext cx="9144000" cy="1701800"/>
          </a:xfrm>
        </p:spPr>
        <p:txBody>
          <a:bodyPr/>
          <a:lstStyle>
            <a:lvl1pPr algn="ctr">
              <a:defRPr sz="4800" b="1" cap="all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 на презентацията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172538"/>
            <a:ext cx="9144000" cy="1109662"/>
          </a:xfr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 dirty="0"/>
              <a:t>Въведете подзаглавие на презентацията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00" y="5583600"/>
            <a:ext cx="1864714" cy="1080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rgbClr val="7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6175883"/>
            <a:ext cx="635932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5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ен слайд, вариант 5">
    <p:bg>
      <p:bgPr>
        <a:solidFill>
          <a:srgbClr val="7A00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1306096" y="2486383"/>
            <a:ext cx="9603330" cy="1701800"/>
          </a:xfrm>
        </p:spPr>
        <p:txBody>
          <a:bodyPr/>
          <a:lstStyle>
            <a:lvl1pPr algn="ctr">
              <a:defRPr sz="4800" b="1" cap="all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 на презентацията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06096" y="4214324"/>
            <a:ext cx="9603330" cy="110966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 dirty="0"/>
              <a:t>Въведете подзаглавие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000" y="468001"/>
            <a:ext cx="1188000" cy="191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78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съдържание, вариан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00000" y="288000"/>
            <a:ext cx="9865423" cy="1325563"/>
          </a:xfrm>
          <a:noFill/>
        </p:spPr>
        <p:txBody>
          <a:bodyPr/>
          <a:lstStyle>
            <a:lvl1pPr>
              <a:defRPr>
                <a:solidFill>
                  <a:srgbClr val="7A005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00" y="0"/>
            <a:ext cx="1116000" cy="1800000"/>
          </a:xfrm>
          <a:prstGeom prst="rect">
            <a:avLst/>
          </a:prstGeom>
        </p:spPr>
      </p:pic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2055137"/>
            <a:ext cx="10515600" cy="41218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70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, вариан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1" y="288000"/>
            <a:ext cx="10515600" cy="1325563"/>
          </a:xfrm>
          <a:noFill/>
        </p:spPr>
        <p:txBody>
          <a:bodyPr/>
          <a:lstStyle>
            <a:lvl1pPr>
              <a:defRPr>
                <a:solidFill>
                  <a:srgbClr val="7A005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57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00" y="5583600"/>
            <a:ext cx="1864714" cy="1080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rgbClr val="7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6175883"/>
            <a:ext cx="635932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6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, вариант 3">
    <p:bg>
      <p:bgPr>
        <a:solidFill>
          <a:srgbClr val="7A0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1" y="288000"/>
            <a:ext cx="10515600" cy="1325563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57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506" y="5583600"/>
            <a:ext cx="1830901" cy="1080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TextBox 3"/>
          <p:cNvSpPr txBox="1"/>
          <p:nvPr/>
        </p:nvSpPr>
        <p:spPr>
          <a:xfrm>
            <a:off x="3239396" y="6150690"/>
            <a:ext cx="67317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СОФИЙСКИ УНИВЕРСИТЕТ </a:t>
            </a:r>
            <a:r>
              <a:rPr lang="en-US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“</a:t>
            </a:r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С</a:t>
            </a:r>
            <a:r>
              <a:rPr lang="bg-BG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в</a:t>
            </a:r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. КЛИМЕНТ ОХРИДСКИ</a:t>
            </a:r>
            <a:r>
              <a:rPr lang="en-US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”</a:t>
            </a:r>
            <a:endParaRPr lang="en-US" sz="1500" dirty="0">
              <a:solidFill>
                <a:srgbClr val="7A005E"/>
              </a:solidFill>
              <a:latin typeface="SP Trajan2ML" panose="0200050507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36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е колони, вариан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2055137"/>
            <a:ext cx="5181600" cy="41218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bg-BG" dirty="0"/>
              <a:t>Първо ниво текст, колона едно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2055137"/>
            <a:ext cx="5181600" cy="41218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bg-BG" dirty="0"/>
              <a:t>Първо ниво текст, колона две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800000" y="288000"/>
            <a:ext cx="9865423" cy="1325563"/>
          </a:xfrm>
          <a:noFill/>
        </p:spPr>
        <p:txBody>
          <a:bodyPr/>
          <a:lstStyle>
            <a:lvl1pPr>
              <a:defRPr>
                <a:solidFill>
                  <a:srgbClr val="7A005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00" y="0"/>
            <a:ext cx="1116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12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е колони, вариан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757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bg-BG" dirty="0"/>
              <a:t>Първо ниво текст, колона едно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757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bg-BG" dirty="0"/>
              <a:t>Първо ниво текст, колона две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88000"/>
            <a:ext cx="10515600" cy="1325563"/>
          </a:xfrm>
          <a:noFill/>
        </p:spPr>
        <p:txBody>
          <a:bodyPr/>
          <a:lstStyle>
            <a:lvl1pPr>
              <a:defRPr>
                <a:solidFill>
                  <a:srgbClr val="7A005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00" y="5583600"/>
            <a:ext cx="1864714" cy="1080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rgbClr val="7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6175883"/>
            <a:ext cx="635932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6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е колони, вариант 3">
    <p:bg>
      <p:bgPr>
        <a:solidFill>
          <a:srgbClr val="7A0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757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bg-BG" dirty="0"/>
              <a:t>Първо ниво текст, колона едно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757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bg-BG" dirty="0"/>
              <a:t>Първо ниво текст, колона две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88000"/>
            <a:ext cx="10515600" cy="1325563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506" y="5583600"/>
            <a:ext cx="1830901" cy="1080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3239396" y="6150690"/>
            <a:ext cx="67317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СОФИЙСКИ УНИВЕРСИТЕТ </a:t>
            </a:r>
            <a:r>
              <a:rPr lang="en-US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“</a:t>
            </a:r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С</a:t>
            </a:r>
            <a:r>
              <a:rPr lang="bg-BG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в</a:t>
            </a:r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. КЛИМЕНТ ОХРИДСКИ</a:t>
            </a:r>
            <a:r>
              <a:rPr lang="en-US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”</a:t>
            </a:r>
            <a:endParaRPr lang="en-US" sz="1500" dirty="0">
              <a:solidFill>
                <a:srgbClr val="7A005E"/>
              </a:solidFill>
              <a:latin typeface="SP Trajan2ML" panose="0200050507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961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, вариан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2064190"/>
            <a:ext cx="5157787" cy="5975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dirty="0"/>
              <a:t>Подзаглавие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679826"/>
            <a:ext cx="5157787" cy="3509837"/>
          </a:xfrm>
        </p:spPr>
        <p:txBody>
          <a:bodyPr/>
          <a:lstStyle/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064190"/>
            <a:ext cx="5183188" cy="6156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dirty="0"/>
              <a:t>Подзаглавие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679826"/>
            <a:ext cx="5183188" cy="3509837"/>
          </a:xfrm>
        </p:spPr>
        <p:txBody>
          <a:bodyPr/>
          <a:lstStyle/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1800000" y="288000"/>
            <a:ext cx="9865423" cy="1325563"/>
          </a:xfrm>
          <a:noFill/>
        </p:spPr>
        <p:txBody>
          <a:bodyPr/>
          <a:lstStyle>
            <a:lvl1pPr>
              <a:defRPr>
                <a:solidFill>
                  <a:srgbClr val="7A005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00" y="0"/>
            <a:ext cx="1116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17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, вариан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dirty="0"/>
              <a:t>Подзаглавие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19860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dirty="0"/>
              <a:t>Подзаглавие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19860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1" y="288000"/>
            <a:ext cx="10517188" cy="1325563"/>
          </a:xfrm>
          <a:noFill/>
        </p:spPr>
        <p:txBody>
          <a:bodyPr/>
          <a:lstStyle>
            <a:lvl1pPr>
              <a:defRPr>
                <a:solidFill>
                  <a:srgbClr val="7A005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00" y="5583600"/>
            <a:ext cx="1864714" cy="1080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rgbClr val="7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6175883"/>
            <a:ext cx="635932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68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, вариант 3">
    <p:bg>
      <p:bgPr>
        <a:solidFill>
          <a:srgbClr val="7A0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135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dirty="0"/>
              <a:t>Подзаглавие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437475"/>
            <a:ext cx="5157787" cy="31986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135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dirty="0"/>
              <a:t>Подзаглавие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437475"/>
            <a:ext cx="5183188" cy="319860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88000"/>
            <a:ext cx="10517188" cy="1325563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506" y="5583600"/>
            <a:ext cx="1830901" cy="1080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3239396" y="6150690"/>
            <a:ext cx="67317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СОФИЙСКИ УНИВЕРСИТЕТ </a:t>
            </a:r>
            <a:r>
              <a:rPr lang="en-US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“</a:t>
            </a:r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С</a:t>
            </a:r>
            <a:r>
              <a:rPr lang="bg-BG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в</a:t>
            </a:r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. КЛИМЕНТ ОХРИДСКИ</a:t>
            </a:r>
            <a:r>
              <a:rPr lang="en-US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”</a:t>
            </a:r>
            <a:endParaRPr lang="en-US" sz="1500" dirty="0">
              <a:solidFill>
                <a:srgbClr val="7A005E"/>
              </a:solidFill>
              <a:latin typeface="SP Trajan2ML" panose="0200050507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065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амо заглавие, вариан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800000" y="288000"/>
            <a:ext cx="9865423" cy="1325563"/>
          </a:xfrm>
          <a:noFill/>
        </p:spPr>
        <p:txBody>
          <a:bodyPr/>
          <a:lstStyle>
            <a:lvl1pPr>
              <a:defRPr>
                <a:solidFill>
                  <a:srgbClr val="7A005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00" y="0"/>
            <a:ext cx="1116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01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амо заглавие, вариан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88000"/>
            <a:ext cx="10487685" cy="1325563"/>
          </a:xfrm>
          <a:noFill/>
        </p:spPr>
        <p:txBody>
          <a:bodyPr/>
          <a:lstStyle>
            <a:lvl1pPr>
              <a:defRPr>
                <a:solidFill>
                  <a:srgbClr val="7A005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00" y="5583600"/>
            <a:ext cx="1864714" cy="1080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rgbClr val="7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6175883"/>
            <a:ext cx="635932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29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амо заглавие, вариант 3">
    <p:bg>
      <p:bgPr>
        <a:solidFill>
          <a:srgbClr val="7A0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88000"/>
            <a:ext cx="10487685" cy="1325563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506" y="5583600"/>
            <a:ext cx="1830901" cy="1080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3239396" y="6150690"/>
            <a:ext cx="67317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СОФИЙСКИ УНИВЕРСИТЕТ </a:t>
            </a:r>
            <a:r>
              <a:rPr lang="en-US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“</a:t>
            </a:r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С</a:t>
            </a:r>
            <a:r>
              <a:rPr lang="bg-BG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в</a:t>
            </a:r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. КЛИМЕНТ ОХРИДСКИ</a:t>
            </a:r>
            <a:r>
              <a:rPr lang="en-US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”</a:t>
            </a:r>
            <a:endParaRPr lang="en-US" sz="1500" dirty="0">
              <a:solidFill>
                <a:srgbClr val="7A005E"/>
              </a:solidFill>
              <a:latin typeface="SP Trajan2ML" panose="0200050507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346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и заглавен надпис, вариан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172200" cy="5126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dirty="0"/>
              <a:t>Въведете текст</a:t>
            </a:r>
            <a:endParaRPr lang="en-US" dirty="0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rgbClr val="7A005E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00" y="5583600"/>
            <a:ext cx="1864714" cy="1080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rgbClr val="7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6175883"/>
            <a:ext cx="635932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214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и заглавен надпис, вариант 2">
    <p:bg>
      <p:bgPr>
        <a:solidFill>
          <a:srgbClr val="7A0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172200" cy="512640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dirty="0"/>
              <a:t>Въведете текст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602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6022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26022"/>
            <a:ext cx="136050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506" y="5583600"/>
            <a:ext cx="1830901" cy="1080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175883"/>
            <a:ext cx="9971103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TextBox 15"/>
          <p:cNvSpPr txBox="1"/>
          <p:nvPr/>
        </p:nvSpPr>
        <p:spPr>
          <a:xfrm>
            <a:off x="3239396" y="6150690"/>
            <a:ext cx="67317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СОФИЙСКИ УНИВЕРСИТЕТ </a:t>
            </a:r>
            <a:r>
              <a:rPr lang="en-US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“</a:t>
            </a:r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С</a:t>
            </a:r>
            <a:r>
              <a:rPr lang="bg-BG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в</a:t>
            </a:r>
            <a:r>
              <a:rPr lang="ru-RU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. КЛИМЕНТ ОХРИДСКИ</a:t>
            </a:r>
            <a:r>
              <a:rPr lang="en-US" sz="1500" b="1" i="0" kern="1200" dirty="0">
                <a:solidFill>
                  <a:srgbClr val="7A005E"/>
                </a:solidFill>
                <a:effectLst/>
                <a:latin typeface="SP Trajan2ML" panose="02000505070000020004" pitchFamily="50" charset="0"/>
                <a:ea typeface="+mn-ea"/>
                <a:cs typeface="+mn-cs"/>
              </a:rPr>
              <a:t>”</a:t>
            </a:r>
            <a:endParaRPr lang="en-US" sz="1500" dirty="0">
              <a:solidFill>
                <a:srgbClr val="7A005E"/>
              </a:solidFill>
              <a:latin typeface="SP Trajan2ML" panose="0200050507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173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91563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ен слйа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bg-BG" dirty="0"/>
              <a:t>Въведете заглавие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bg-BG" dirty="0"/>
              <a:t>Първо ниво текст</a:t>
            </a:r>
            <a:endParaRPr lang="en-US" dirty="0"/>
          </a:p>
          <a:p>
            <a:pPr lvl="1"/>
            <a:r>
              <a:rPr lang="bg-BG" dirty="0"/>
              <a:t>Второ ниво текст</a:t>
            </a:r>
            <a:endParaRPr lang="en-US" dirty="0"/>
          </a:p>
          <a:p>
            <a:pPr lvl="2"/>
            <a:r>
              <a:rPr lang="bg-BG" dirty="0"/>
              <a:t>Трето ниво текст</a:t>
            </a:r>
            <a:endParaRPr lang="en-US" dirty="0"/>
          </a:p>
          <a:p>
            <a:pPr lvl="3"/>
            <a:r>
              <a:rPr lang="bg-BG" dirty="0"/>
              <a:t>Четвърто ниво текст</a:t>
            </a:r>
            <a:endParaRPr lang="en-US" dirty="0"/>
          </a:p>
          <a:p>
            <a:pPr lvl="4"/>
            <a:r>
              <a:rPr lang="bg-BG" dirty="0"/>
              <a:t>Пето ниво текст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79021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A40020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41906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72270" y="1659065"/>
            <a:ext cx="1054862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A40020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A40020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0742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A6866B7-B583-4FF7-8ACD-DBDE7275DADD}" type="datetimeFigureOut">
              <a:rPr lang="bg-BG" smtClean="0"/>
              <a:t>18.4.2026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96E8CFB-96A2-4F5D-9D23-345BE58B9AE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91189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imeonova@fmi.uni-sofia.bg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DF81-1807-477F-AC1A-CADDA46DF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Невронни мрежи и генетични алгоритми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2763C-9462-491D-B3C3-0BF72C443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7664" y="3861913"/>
            <a:ext cx="9105578" cy="2614388"/>
          </a:xfrm>
        </p:spPr>
        <p:txBody>
          <a:bodyPr/>
          <a:lstStyle/>
          <a:p>
            <a:r>
              <a:rPr lang="bg-BG" dirty="0"/>
              <a:t>Избираем курс за МП</a:t>
            </a:r>
          </a:p>
          <a:p>
            <a:endParaRPr lang="bg-BG" dirty="0"/>
          </a:p>
          <a:p>
            <a:r>
              <a:rPr lang="bg-BG" dirty="0"/>
              <a:t>Лектор: </a:t>
            </a:r>
            <a:r>
              <a:rPr lang="bg-BG" dirty="0" err="1"/>
              <a:t>доц.д</a:t>
            </a:r>
            <a:r>
              <a:rPr lang="bg-BG" dirty="0"/>
              <a:t>-р Валерия Симеонова</a:t>
            </a:r>
          </a:p>
          <a:p>
            <a:r>
              <a:rPr lang="bg-BG" dirty="0"/>
              <a:t>Е-мейл: </a:t>
            </a:r>
            <a:r>
              <a:rPr lang="en-US" dirty="0">
                <a:hlinkClick r:id="rId2"/>
              </a:rPr>
              <a:t>simeonova@fmi.uni-sofia.bg</a:t>
            </a:r>
            <a:endParaRPr lang="en-US" dirty="0"/>
          </a:p>
          <a:p>
            <a:r>
              <a:rPr lang="bg-BG" dirty="0"/>
              <a:t>Тел.: 0898263883</a:t>
            </a:r>
          </a:p>
        </p:txBody>
      </p:sp>
    </p:spTree>
    <p:extLst>
      <p:ext uri="{BB962C8B-B14F-4D97-AF65-F5344CB8AC3E}">
        <p14:creationId xmlns:p14="http://schemas.microsoft.com/office/powerpoint/2010/main" val="137414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D898-659C-492C-BAFC-E90A255DD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 на курса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A74DD0-C0D6-4140-A098-A1D28B68C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720300"/>
              </p:ext>
            </p:extLst>
          </p:nvPr>
        </p:nvGraphicFramePr>
        <p:xfrm>
          <a:off x="838200" y="2055137"/>
          <a:ext cx="10515600" cy="4121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2543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A049-08ED-4553-89D6-321A3764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solidFill>
                  <a:srgbClr val="0F1115"/>
                </a:solidFill>
                <a:effectLst/>
                <a:latin typeface="quote-cjk-patch"/>
              </a:rPr>
              <a:t>ЧАСТ 1: Основи на невронните мрежи</a:t>
            </a:r>
            <a:endParaRPr lang="bg-BG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75FD82-3FD3-4F5D-B86C-519923AE9A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518408"/>
              </p:ext>
            </p:extLst>
          </p:nvPr>
        </p:nvGraphicFramePr>
        <p:xfrm>
          <a:off x="838200" y="2055137"/>
          <a:ext cx="10515600" cy="4121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0505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84FC-0C42-47CE-B41E-9F82A9BD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ЧАСТ 2: РАЗШИРЕНИ АРХИТЕКТУРИ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bg-B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F0E71E-C11B-4286-8EEF-8E53757D09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311072"/>
              </p:ext>
            </p:extLst>
          </p:nvPr>
        </p:nvGraphicFramePr>
        <p:xfrm>
          <a:off x="838200" y="2055137"/>
          <a:ext cx="10515600" cy="4121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2658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E31F6-A2CB-4BF7-8C84-A51068F3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ЧАСТ 3: АВТОНОМНИ И ХИБРИДНИ СИСТЕМИ (Съвременни парадигми)</a:t>
            </a:r>
            <a:endParaRPr lang="bg-B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FD275A3-7318-4EB4-96AF-8FFB85297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265319"/>
              </p:ext>
            </p:extLst>
          </p:nvPr>
        </p:nvGraphicFramePr>
        <p:xfrm>
          <a:off x="838200" y="2055137"/>
          <a:ext cx="10515600" cy="4121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307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2730-48B9-4150-AD9B-DE868CBF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ЧАСТ 4: МАЩАБИРАНЕ И ПРИЛОЖЕНИЯ</a:t>
            </a:r>
            <a:endParaRPr lang="bg-B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1A68A4-A799-45E9-A512-017A264C4C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99333"/>
              </p:ext>
            </p:extLst>
          </p:nvPr>
        </p:nvGraphicFramePr>
        <p:xfrm>
          <a:off x="838200" y="2055137"/>
          <a:ext cx="10515600" cy="4121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636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E205-3268-4CAF-A765-A1CEC03F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Оценяване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BD4F-065B-42F3-A6A3-259949077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Оценяването по дисциплината ще се извършва на база защита на курсов проект</a:t>
            </a:r>
          </a:p>
          <a:p>
            <a:r>
              <a:rPr lang="bg-BG" dirty="0"/>
              <a:t>Темата за курсов проект се избира от студента, като има възможност самата курсова работа да бъде или кодиране на 3 типа невронни мрежи или </a:t>
            </a:r>
            <a:r>
              <a:rPr lang="bg-BG" dirty="0" err="1"/>
              <a:t>синергизъм</a:t>
            </a:r>
            <a:r>
              <a:rPr lang="bg-BG" dirty="0"/>
              <a:t>, или разработка на тема, която не се разглежда в курса.</a:t>
            </a:r>
          </a:p>
          <a:p>
            <a:r>
              <a:rPr lang="bg-BG" dirty="0"/>
              <a:t>Втората половина от семестъра по време на упражненията ще работите върху курсовите си проекти, докато през първата ще провеждаме само лекции.</a:t>
            </a:r>
          </a:p>
        </p:txBody>
      </p:sp>
    </p:spTree>
    <p:extLst>
      <p:ext uri="{BB962C8B-B14F-4D97-AF65-F5344CB8AC3E}">
        <p14:creationId xmlns:p14="http://schemas.microsoft.com/office/powerpoint/2010/main" val="576342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0F85-0B87-27AE-C534-4E2F8967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 на курсовите работи</a:t>
            </a:r>
            <a:br>
              <a:rPr lang="bg-BG" dirty="0"/>
            </a:br>
            <a:r>
              <a:rPr lang="bg-BG" sz="2400" i="1" dirty="0"/>
              <a:t>Вариант с три типа невронни мрежи</a:t>
            </a:r>
            <a:endParaRPr lang="bg-BG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435AEE-970E-9226-12C4-8C3EBB538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5727682"/>
              </p:ext>
            </p:extLst>
          </p:nvPr>
        </p:nvGraphicFramePr>
        <p:xfrm>
          <a:off x="838200" y="1492370"/>
          <a:ext cx="10515600" cy="5175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1145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0F85-0B87-27AE-C534-4E2F8967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 на курсовите работи</a:t>
            </a:r>
            <a:br>
              <a:rPr lang="bg-BG" dirty="0"/>
            </a:br>
            <a:r>
              <a:rPr lang="bg-BG" sz="2400" i="1" dirty="0"/>
              <a:t>Вариант със синергизъм</a:t>
            </a:r>
            <a:endParaRPr lang="bg-BG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435AEE-970E-9226-12C4-8C3EBB538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565493"/>
              </p:ext>
            </p:extLst>
          </p:nvPr>
        </p:nvGraphicFramePr>
        <p:xfrm>
          <a:off x="838200" y="1492370"/>
          <a:ext cx="10515600" cy="5175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402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0F85-0B87-27AE-C534-4E2F8967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 на курсовите работи</a:t>
            </a:r>
            <a:br>
              <a:rPr lang="bg-BG" dirty="0"/>
            </a:br>
            <a:r>
              <a:rPr lang="bg-BG" sz="2400" i="1" dirty="0"/>
              <a:t>Вариант: </a:t>
            </a:r>
            <a:r>
              <a:rPr lang="ru-RU" sz="2400" i="1" dirty="0"/>
              <a:t>разработка на тема, която не се разглежда в курса</a:t>
            </a:r>
            <a:endParaRPr lang="bg-BG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435AEE-970E-9226-12C4-8C3EBB538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199929"/>
              </p:ext>
            </p:extLst>
          </p:nvPr>
        </p:nvGraphicFramePr>
        <p:xfrm>
          <a:off x="838200" y="1492370"/>
          <a:ext cx="10515600" cy="5175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3759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A7E2-E10A-4CD3-90E7-5492BD40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Провеждане на часове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EF3BB-C653-4C0F-8C76-A5522F7CA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До средата на семестъра 4-те часа по програмата ще включват само лекции</a:t>
            </a:r>
          </a:p>
          <a:p>
            <a:r>
              <a:rPr lang="bg-BG" dirty="0"/>
              <a:t>След това на упражнение ще се коментират възможни теми за курсовия проект и ще коментираме напредъка на всеки от вас</a:t>
            </a:r>
          </a:p>
        </p:txBody>
      </p:sp>
    </p:spTree>
    <p:extLst>
      <p:ext uri="{BB962C8B-B14F-4D97-AF65-F5344CB8AC3E}">
        <p14:creationId xmlns:p14="http://schemas.microsoft.com/office/powerpoint/2010/main" val="1029122202"/>
      </p:ext>
    </p:extLst>
  </p:cSld>
  <p:clrMapOvr>
    <a:masterClrMapping/>
  </p:clrMapOvr>
</p:sld>
</file>

<file path=ppt/theme/theme1.xml><?xml version="1.0" encoding="utf-8"?>
<a:theme xmlns:a="http://schemas.openxmlformats.org/drawingml/2006/main" name="SU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" id="{2F0FB0AB-A1D6-4E2B-BC4D-0D210CA643C5}" vid="{AD1DF763-DF02-48C5-94A2-FF1EADB2E2D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</Template>
  <TotalTime>43</TotalTime>
  <Words>1065</Words>
  <Application>Microsoft Office PowerPoint</Application>
  <PresentationFormat>Widescreen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quote-cjk-patch</vt:lpstr>
      <vt:lpstr>SP Trajan2ML</vt:lpstr>
      <vt:lpstr>Times New Roman</vt:lpstr>
      <vt:lpstr>SU</vt:lpstr>
      <vt:lpstr>Невронни мрежи и генетични алгоритми</vt:lpstr>
      <vt:lpstr>Съдържание на курса</vt:lpstr>
      <vt:lpstr>ЧАСТ 1: Основи на невронните мрежи</vt:lpstr>
      <vt:lpstr>ЧАСТ 2: РАЗШИРЕНИ АРХИТЕКТУРИ </vt:lpstr>
      <vt:lpstr>ЧАСТ 3: АВТОНОМНИ И ХИБРИДНИ СИСТЕМИ (Съвременни парадигми)</vt:lpstr>
      <vt:lpstr>ЧАСТ 4: МАЩАБИРАНЕ И ПРИЛОЖЕНИЯ</vt:lpstr>
      <vt:lpstr>Оценяване</vt:lpstr>
      <vt:lpstr>Формат на курсовите работи Вариант с три типа невронни мрежи</vt:lpstr>
      <vt:lpstr>Формат на курсовите работи Вариант със синергизъм</vt:lpstr>
      <vt:lpstr>Формат на курсовите работи Вариант: разработка на тема, която не се разглежда в курса</vt:lpstr>
      <vt:lpstr>Провеждане на часове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Невронни мрежи и генетични алгоритми</dc:title>
  <dc:creator>User_519</dc:creator>
  <cp:lastModifiedBy>grade</cp:lastModifiedBy>
  <cp:revision>4</cp:revision>
  <dcterms:created xsi:type="dcterms:W3CDTF">2026-02-21T08:02:39Z</dcterms:created>
  <dcterms:modified xsi:type="dcterms:W3CDTF">2026-04-18T07:21:15Z</dcterms:modified>
</cp:coreProperties>
</file>